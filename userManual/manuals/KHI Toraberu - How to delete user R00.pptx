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4"/>
  </p:sldMasterIdLst>
  <p:notesMasterIdLst>
    <p:notesMasterId r:id="rId12"/>
  </p:notesMasterIdLst>
  <p:handoutMasterIdLst>
    <p:handoutMasterId r:id="rId13"/>
  </p:handoutMasterIdLst>
  <p:sldIdLst>
    <p:sldId id="331" r:id="rId5"/>
    <p:sldId id="333" r:id="rId6"/>
    <p:sldId id="334" r:id="rId7"/>
    <p:sldId id="337" r:id="rId8"/>
    <p:sldId id="335" r:id="rId9"/>
    <p:sldId id="332" r:id="rId10"/>
    <p:sldId id="312" r:id="rId11"/>
  </p:sldIdLst>
  <p:sldSz cx="9144000" cy="5143500" type="screen16x9"/>
  <p:notesSz cx="6888163" cy="100203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79">
          <p15:clr>
            <a:srgbClr val="A4A3A4"/>
          </p15:clr>
        </p15:guide>
        <p15:guide id="2" orient="horz" pos="1620">
          <p15:clr>
            <a:srgbClr val="A4A3A4"/>
          </p15:clr>
        </p15:guide>
        <p15:guide id="3" orient="horz" pos="395">
          <p15:clr>
            <a:srgbClr val="A4A3A4"/>
          </p15:clr>
        </p15:guide>
        <p15:guide id="4" orient="horz" pos="905">
          <p15:clr>
            <a:srgbClr val="A4A3A4"/>
          </p15:clr>
        </p15:guide>
        <p15:guide id="5" orient="horz" pos="532">
          <p15:clr>
            <a:srgbClr val="A4A3A4"/>
          </p15:clr>
        </p15:guide>
        <p15:guide id="6" orient="horz" pos="446">
          <p15:clr>
            <a:srgbClr val="A4A3A4"/>
          </p15:clr>
        </p15:guide>
        <p15:guide id="7" pos="725">
          <p15:clr>
            <a:srgbClr val="A4A3A4"/>
          </p15:clr>
        </p15:guide>
        <p15:guide id="8" pos="2880">
          <p15:clr>
            <a:srgbClr val="A4A3A4"/>
          </p15:clr>
        </p15:guide>
        <p15:guide id="9" pos="55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>
          <p15:clr>
            <a:srgbClr val="A4A3A4"/>
          </p15:clr>
        </p15:guide>
        <p15:guide id="2" pos="217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6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/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テーマ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7292A2E-F333-43FB-9621-5CBBE7FDCDCB}" styleName="淡色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93D81CF-94F2-401A-BA57-92F5A7B2D0C5}" styleName="中間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中間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113A9D2-9D6B-4929-AA2D-F23B5EE8CBE7}" styleName="テーマ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スタイルなし/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テーマ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淡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淡色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淡色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淡色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淡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淡色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テーマ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淡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濃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2833802-FEF1-4C79-8D5D-14CF1EAF98D9}" styleName="淡色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中間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中間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中間 3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間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中間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淡色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75DCB02-9BB8-47FD-8907-85C794F793BA}" styleName="テーマ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E3FDE45-AF77-4B5C-9715-49D594BDF05E}" styleName="淡色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淡色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テーマ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テーマ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03447BB-5D67-496B-8E87-E561075AD55C}" styleName="濃色 1 - アクセント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濃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27102A9-8310-4765-A935-A1911B00CA55}" styleName="淡色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間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中間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中間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中間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80812" autoAdjust="0"/>
  </p:normalViewPr>
  <p:slideViewPr>
    <p:cSldViewPr snapToGrid="0" snapToObjects="1">
      <p:cViewPr varScale="1">
        <p:scale>
          <a:sx n="119" d="100"/>
          <a:sy n="119" d="100"/>
        </p:scale>
        <p:origin x="1698" y="102"/>
      </p:cViewPr>
      <p:guideLst>
        <p:guide orient="horz" pos="2879"/>
        <p:guide orient="horz" pos="1620"/>
        <p:guide orient="horz" pos="395"/>
        <p:guide orient="horz" pos="905"/>
        <p:guide orient="horz" pos="532"/>
        <p:guide orient="horz" pos="446"/>
        <p:guide pos="725"/>
        <p:guide pos="2880"/>
        <p:guide pos="5538"/>
      </p:guideLst>
    </p:cSldViewPr>
  </p:slideViewPr>
  <p:outlineViewPr>
    <p:cViewPr>
      <p:scale>
        <a:sx n="33" d="100"/>
        <a:sy n="33" d="100"/>
      </p:scale>
      <p:origin x="0" y="-74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9" d="100"/>
          <a:sy n="49" d="100"/>
        </p:scale>
        <p:origin x="-2958" y="-108"/>
      </p:cViewPr>
      <p:guideLst>
        <p:guide orient="horz" pos="3156"/>
        <p:guide pos="217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A6D03E8-140E-4C4D-BB4E-913B0A2430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hangingPunct="1">
              <a:defRPr sz="13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25118A3-46F5-034E-92B2-593A02FEDC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itchFamily="34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C8F31C64-7CCB-FE4F-8954-FE8E9646B23D}" type="datetimeFigureOut">
              <a:rPr lang="ja-JP" altLang="en-US"/>
              <a:pPr>
                <a:defRPr/>
              </a:pPr>
              <a:t>2024/8/21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84BB28E-6D21-AF41-9D74-B9A62620FD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hangingPunct="1">
              <a:defRPr sz="13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C51A0BF-E2F4-8041-B1B7-AD84C01F27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C2A044B-970B-7943-A7E8-76E286F0569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9E16022-FA6B-4149-B705-DB5ABB34E0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 b="0">
                <a:latin typeface="ＭＳ Ｐゴシック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7074B18-292C-FC4A-AB7C-9D8443B8BF9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3663" y="0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 b="0">
                <a:latin typeface="ＭＳ Ｐゴシック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6E997275-1778-5A4F-9833-7FF7E8A30E8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775" y="750888"/>
            <a:ext cx="6678613" cy="37576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236083AE-CCA3-644F-96B5-F54517BA5B7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9163" y="4759325"/>
            <a:ext cx="5049837" cy="4510088"/>
          </a:xfrm>
          <a:prstGeom prst="rect">
            <a:avLst/>
          </a:prstGeom>
          <a:noFill/>
          <a:ln>
            <a:noFill/>
          </a:ln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dirty="0"/>
              <a:t>マスタ</a:t>
            </a:r>
            <a:r>
              <a:rPr lang="en-US" altLang="ja-JP" noProof="0" dirty="0"/>
              <a:t> </a:t>
            </a:r>
            <a:r>
              <a:rPr lang="ja-JP" altLang="en-US" noProof="0" dirty="0"/>
              <a:t>テキストの書式設定</a:t>
            </a:r>
            <a:endParaRPr lang="en-US" altLang="ja-JP" noProof="0" dirty="0"/>
          </a:p>
          <a:p>
            <a:pPr lvl="1"/>
            <a:r>
              <a:rPr lang="ja-JP" altLang="en-US" noProof="0" dirty="0"/>
              <a:t>第</a:t>
            </a:r>
            <a:r>
              <a:rPr lang="en-US" altLang="ja-JP" noProof="0" dirty="0"/>
              <a:t> 2 </a:t>
            </a:r>
            <a:r>
              <a:rPr lang="ja-JP" altLang="en-US" noProof="0" dirty="0"/>
              <a:t>レベル</a:t>
            </a:r>
            <a:endParaRPr lang="en-US" altLang="ja-JP" noProof="0" dirty="0"/>
          </a:p>
          <a:p>
            <a:pPr lvl="2"/>
            <a:r>
              <a:rPr lang="ja-JP" altLang="en-US" noProof="0" dirty="0"/>
              <a:t>第</a:t>
            </a:r>
            <a:r>
              <a:rPr lang="en-US" altLang="ja-JP" noProof="0" dirty="0"/>
              <a:t> 3 </a:t>
            </a:r>
            <a:r>
              <a:rPr lang="ja-JP" altLang="en-US" noProof="0" dirty="0"/>
              <a:t>レベル</a:t>
            </a:r>
            <a:endParaRPr lang="en-US" altLang="ja-JP" noProof="0" dirty="0"/>
          </a:p>
          <a:p>
            <a:pPr lvl="3"/>
            <a:r>
              <a:rPr lang="ja-JP" altLang="en-US" noProof="0" dirty="0"/>
              <a:t>第</a:t>
            </a:r>
            <a:r>
              <a:rPr lang="en-US" altLang="ja-JP" noProof="0" dirty="0"/>
              <a:t> 4 </a:t>
            </a:r>
            <a:r>
              <a:rPr lang="ja-JP" altLang="en-US" noProof="0" dirty="0"/>
              <a:t>レベル</a:t>
            </a:r>
            <a:endParaRPr lang="en-US" altLang="ja-JP" noProof="0" dirty="0"/>
          </a:p>
          <a:p>
            <a:pPr lvl="4"/>
            <a:r>
              <a:rPr lang="ja-JP" altLang="en-US" noProof="0" dirty="0"/>
              <a:t>第</a:t>
            </a:r>
            <a:r>
              <a:rPr lang="en-US" altLang="ja-JP" noProof="0" dirty="0"/>
              <a:t> 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DED8DD57-21C1-C14C-AC25-EBBD2B3336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8650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 b="0">
                <a:latin typeface="ＭＳ Ｐゴシック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54D67A10-6CAD-824A-A953-D1D5D21F5E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3663" y="9518650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b="0" smtClean="0">
                <a:latin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FF056AE8-4C49-C240-9683-45EE064DE8CC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ＭＳ Ｐゴシック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ＭＳ Ｐゴシック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ＭＳ Ｐゴシック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ＭＳ Ｐゴシック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ＭＳ Ｐゴシック"/>
        <a:ea typeface="ＭＳ Ｐゴシック" charset="0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056AE8-4C49-C240-9683-45EE064DE8CC}" type="slidenum">
              <a:rPr lang="en-US" altLang="ja-JP" smtClean="0"/>
              <a:pPr>
                <a:defRPr/>
              </a:pPr>
              <a:t>1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70253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056AE8-4C49-C240-9683-45EE064DE8CC}" type="slidenum">
              <a:rPr lang="en-US" altLang="ja-JP" smtClean="0"/>
              <a:pPr>
                <a:defRPr/>
              </a:pPr>
              <a:t>2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076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056AE8-4C49-C240-9683-45EE064DE8CC}" type="slidenum">
              <a:rPr lang="en-US" altLang="ja-JP" smtClean="0"/>
              <a:pPr>
                <a:defRPr/>
              </a:pPr>
              <a:t>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40944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18E7929-D71C-D246-8B4F-E95BB52E9AFC}"/>
              </a:ext>
            </a:extLst>
          </p:cNvPr>
          <p:cNvSpPr/>
          <p:nvPr userDrawn="1"/>
        </p:nvSpPr>
        <p:spPr>
          <a:xfrm>
            <a:off x="0" y="-54945"/>
            <a:ext cx="9144000" cy="4868333"/>
          </a:xfrm>
          <a:prstGeom prst="rect">
            <a:avLst/>
          </a:prstGeom>
          <a:gradFill flip="none" rotWithShape="1">
            <a:gsLst>
              <a:gs pos="100000">
                <a:schemeClr val="accent6">
                  <a:lumMod val="90000"/>
                </a:schemeClr>
              </a:gs>
              <a:gs pos="46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tx2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5FC8FD6-0B62-9B4F-B6EA-7FD5D96453C5}"/>
              </a:ext>
            </a:extLst>
          </p:cNvPr>
          <p:cNvSpPr/>
          <p:nvPr userDrawn="1"/>
        </p:nvSpPr>
        <p:spPr>
          <a:xfrm>
            <a:off x="-4266" y="-54945"/>
            <a:ext cx="9182133" cy="158538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tx2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4A0D337-59BC-E049-9ACB-FB2DCBD140F0}"/>
              </a:ext>
            </a:extLst>
          </p:cNvPr>
          <p:cNvSpPr/>
          <p:nvPr userDrawn="1"/>
        </p:nvSpPr>
        <p:spPr>
          <a:xfrm rot="10800000">
            <a:off x="-38134" y="3153922"/>
            <a:ext cx="9182134" cy="165946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tx2"/>
              </a:solidFill>
            </a:endParaRPr>
          </a:p>
        </p:txBody>
      </p:sp>
      <p:sp>
        <p:nvSpPr>
          <p:cNvPr id="23" name="フリーフォーム 22">
            <a:extLst>
              <a:ext uri="{FF2B5EF4-FFF2-40B4-BE49-F238E27FC236}">
                <a16:creationId xmlns:a16="http://schemas.microsoft.com/office/drawing/2014/main" id="{815F656F-FB31-994F-900E-9EDB7A708832}"/>
              </a:ext>
            </a:extLst>
          </p:cNvPr>
          <p:cNvSpPr/>
          <p:nvPr userDrawn="1"/>
        </p:nvSpPr>
        <p:spPr>
          <a:xfrm>
            <a:off x="-14817" y="-54945"/>
            <a:ext cx="9211733" cy="4868333"/>
          </a:xfrm>
          <a:custGeom>
            <a:avLst/>
            <a:gdLst>
              <a:gd name="connsiteX0" fmla="*/ 9211733 w 9211733"/>
              <a:gd name="connsiteY0" fmla="*/ 0 h 4868333"/>
              <a:gd name="connsiteX1" fmla="*/ 9211733 w 9211733"/>
              <a:gd name="connsiteY1" fmla="*/ 2015066 h 4868333"/>
              <a:gd name="connsiteX2" fmla="*/ 7560733 w 9211733"/>
              <a:gd name="connsiteY2" fmla="*/ 4868333 h 4868333"/>
              <a:gd name="connsiteX3" fmla="*/ 0 w 9211733"/>
              <a:gd name="connsiteY3" fmla="*/ 4868333 h 4868333"/>
              <a:gd name="connsiteX4" fmla="*/ 0 w 9211733"/>
              <a:gd name="connsiteY4" fmla="*/ 3318933 h 4868333"/>
              <a:gd name="connsiteX5" fmla="*/ 1905000 w 9211733"/>
              <a:gd name="connsiteY5" fmla="*/ 8466 h 4868333"/>
              <a:gd name="connsiteX6" fmla="*/ 9211733 w 9211733"/>
              <a:gd name="connsiteY6" fmla="*/ 0 h 4868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1733" h="4868333">
                <a:moveTo>
                  <a:pt x="9211733" y="0"/>
                </a:moveTo>
                <a:lnTo>
                  <a:pt x="9211733" y="2015066"/>
                </a:lnTo>
                <a:lnTo>
                  <a:pt x="7560733" y="4868333"/>
                </a:lnTo>
                <a:lnTo>
                  <a:pt x="0" y="4868333"/>
                </a:lnTo>
                <a:lnTo>
                  <a:pt x="0" y="3318933"/>
                </a:lnTo>
                <a:lnTo>
                  <a:pt x="1905000" y="8466"/>
                </a:lnTo>
                <a:lnTo>
                  <a:pt x="9211733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2">
                  <a:alpha val="85000"/>
                </a:schemeClr>
              </a:gs>
              <a:gs pos="46000">
                <a:schemeClr val="tx2">
                  <a:alpha val="5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bg1"/>
              </a:solidFill>
            </a:endParaRPr>
          </a:p>
        </p:txBody>
      </p:sp>
      <p:pic>
        <p:nvPicPr>
          <p:cNvPr id="17" name="Picture 2" descr="R:\b.VI\03.データ\kawarusaki\kawarusaki_logo_red120.png">
            <a:extLst>
              <a:ext uri="{FF2B5EF4-FFF2-40B4-BE49-F238E27FC236}">
                <a16:creationId xmlns:a16="http://schemas.microsoft.com/office/drawing/2014/main" id="{C56B5358-1D5C-2A4F-B4C1-97202250A6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289" y="190909"/>
            <a:ext cx="1141512" cy="69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プレースホルダー 15"/>
          <p:cNvSpPr>
            <a:spLocks noGrp="1"/>
          </p:cNvSpPr>
          <p:nvPr>
            <p:ph type="body" sz="quarter" idx="11"/>
          </p:nvPr>
        </p:nvSpPr>
        <p:spPr>
          <a:xfrm>
            <a:off x="2993697" y="2204093"/>
            <a:ext cx="3244438" cy="210107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650925" y="607168"/>
            <a:ext cx="5929983" cy="656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257175" indent="-257175" algn="ctr">
              <a:buNone/>
              <a:defRPr lang="ja-JP" altLang="en-US" sz="2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  <p:sp>
        <p:nvSpPr>
          <p:cNvPr id="14" name="タイトル 13"/>
          <p:cNvSpPr>
            <a:spLocks noGrp="1"/>
          </p:cNvSpPr>
          <p:nvPr>
            <p:ph type="title"/>
          </p:nvPr>
        </p:nvSpPr>
        <p:spPr>
          <a:xfrm>
            <a:off x="1650925" y="1299880"/>
            <a:ext cx="5929983" cy="848916"/>
          </a:xfrm>
          <a:noFill/>
          <a:ln>
            <a:noFill/>
          </a:ln>
        </p:spPr>
        <p:txBody>
          <a:bodyPr lIns="0" rIns="0" anchor="t"/>
          <a:lstStyle>
            <a:lvl1pPr algn="ctr">
              <a:defRPr lang="ja-JP" altLang="en-US" sz="3200" b="0" i="0">
                <a:solidFill>
                  <a:schemeClr val="bg1"/>
                </a:solidFill>
                <a:latin typeface="Verdana" panose="020B0604030504040204" pitchFamily="34" charset="0"/>
                <a:ea typeface="+mj-ea"/>
                <a:cs typeface="Verdana" panose="020B0604030504040204" pitchFamily="34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0"/>
          </p:nvPr>
        </p:nvSpPr>
        <p:spPr>
          <a:xfrm>
            <a:off x="2985713" y="3952989"/>
            <a:ext cx="3260407" cy="566738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C5155DF3-135E-184B-B846-FFAC32D27F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33220" y="3572999"/>
            <a:ext cx="3565392" cy="220030"/>
          </a:xfrm>
          <a:prstGeom prst="rect">
            <a:avLst/>
          </a:prstGeom>
        </p:spPr>
      </p:pic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D26E1B0-BA5A-5448-A4DD-A0FC82461300}"/>
              </a:ext>
            </a:extLst>
          </p:cNvPr>
          <p:cNvSpPr/>
          <p:nvPr userDrawn="1"/>
        </p:nvSpPr>
        <p:spPr>
          <a:xfrm>
            <a:off x="0" y="4812300"/>
            <a:ext cx="9144000" cy="331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tx2"/>
              </a:solidFill>
            </a:endParaRP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78F17D80-9DA4-9244-A582-2C5998936E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5597" y="4806223"/>
            <a:ext cx="1431186" cy="3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2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8FFCEC-E3E7-EB43-BCFE-0CF6C5EC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8774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17">
            <a:extLst>
              <a:ext uri="{FF2B5EF4-FFF2-40B4-BE49-F238E27FC236}">
                <a16:creationId xmlns:a16="http://schemas.microsoft.com/office/drawing/2014/main" id="{07BC2B83-60F5-D644-B1D5-FBBB75E8AF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 b="317"/>
          <a:stretch>
            <a:fillRect/>
          </a:stretch>
        </p:blipFill>
        <p:spPr bwMode="auto">
          <a:xfrm>
            <a:off x="-77788" y="-26988"/>
            <a:ext cx="9221788" cy="517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タイトル 11"/>
          <p:cNvSpPr>
            <a:spLocks noGrp="1"/>
          </p:cNvSpPr>
          <p:nvPr>
            <p:ph type="title"/>
          </p:nvPr>
        </p:nvSpPr>
        <p:spPr>
          <a:xfrm>
            <a:off x="1547664" y="1851670"/>
            <a:ext cx="5184576" cy="1116124"/>
          </a:xfrm>
        </p:spPr>
        <p:txBody>
          <a:bodyPr/>
          <a:lstStyle>
            <a:lvl1pPr>
              <a:lnSpc>
                <a:spcPct val="120000"/>
              </a:lnSpc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5973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1580" y="231490"/>
            <a:ext cx="7740860" cy="53935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8" name="コンテンツ プレースホルダー 7"/>
          <p:cNvSpPr>
            <a:spLocks noGrp="1"/>
          </p:cNvSpPr>
          <p:nvPr>
            <p:ph sz="quarter" idx="10"/>
          </p:nvPr>
        </p:nvSpPr>
        <p:spPr>
          <a:xfrm>
            <a:off x="791580" y="844154"/>
            <a:ext cx="7740860" cy="3726656"/>
          </a:xfrm>
        </p:spPr>
        <p:txBody>
          <a:bodyPr/>
          <a:lstStyle>
            <a:lvl1pPr>
              <a:defRPr>
                <a:latin typeface="+mj-lt"/>
                <a:ea typeface="+mn-ea"/>
              </a:defRPr>
            </a:lvl1pPr>
            <a:lvl2pPr>
              <a:defRPr>
                <a:latin typeface="+mj-lt"/>
                <a:ea typeface="+mn-ea"/>
              </a:defRPr>
            </a:lvl2pPr>
            <a:lvl3pPr>
              <a:defRPr>
                <a:latin typeface="+mj-lt"/>
                <a:ea typeface="+mn-ea"/>
              </a:defRPr>
            </a:lvl3pPr>
            <a:lvl4pPr>
              <a:defRPr>
                <a:latin typeface="+mj-lt"/>
                <a:ea typeface="+mn-ea"/>
              </a:defRPr>
            </a:lvl4pPr>
            <a:lvl5pPr>
              <a:defRPr>
                <a:latin typeface="+mj-lt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0711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D8AF313-FA43-8B44-99A2-94B3B217A3DB}"/>
              </a:ext>
            </a:extLst>
          </p:cNvPr>
          <p:cNvSpPr/>
          <p:nvPr userDrawn="1"/>
        </p:nvSpPr>
        <p:spPr>
          <a:xfrm>
            <a:off x="0" y="4812300"/>
            <a:ext cx="9144000" cy="331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tx2"/>
              </a:solidFill>
            </a:endParaRP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17259C9D-5CB0-3843-ADC8-36E98BDD0F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5597" y="4806223"/>
            <a:ext cx="1431186" cy="338400"/>
          </a:xfrm>
          <a:prstGeom prst="rect">
            <a:avLst/>
          </a:prstGeom>
        </p:spPr>
      </p:pic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23EB7AB-FE3A-4446-ADA9-CDB5A9D6BA5F}"/>
              </a:ext>
            </a:extLst>
          </p:cNvPr>
          <p:cNvGrpSpPr/>
          <p:nvPr userDrawn="1"/>
        </p:nvGrpSpPr>
        <p:grpSpPr>
          <a:xfrm>
            <a:off x="-10106" y="-652"/>
            <a:ext cx="3155196" cy="1224727"/>
            <a:chOff x="-10106" y="-9119"/>
            <a:chExt cx="3155196" cy="1224727"/>
          </a:xfrm>
        </p:grpSpPr>
        <p:sp>
          <p:nvSpPr>
            <p:cNvPr id="21" name="フリーフォーム 20">
              <a:extLst>
                <a:ext uri="{FF2B5EF4-FFF2-40B4-BE49-F238E27FC236}">
                  <a16:creationId xmlns:a16="http://schemas.microsoft.com/office/drawing/2014/main" id="{E480E72E-89B7-E740-B0E5-7974430E5A3C}"/>
                </a:ext>
              </a:extLst>
            </p:cNvPr>
            <p:cNvSpPr/>
            <p:nvPr/>
          </p:nvSpPr>
          <p:spPr>
            <a:xfrm>
              <a:off x="-6930" y="-8467"/>
              <a:ext cx="709426" cy="1224075"/>
            </a:xfrm>
            <a:custGeom>
              <a:avLst/>
              <a:gdLst>
                <a:gd name="connsiteX0" fmla="*/ 8600536 w 8600536"/>
                <a:gd name="connsiteY0" fmla="*/ 0 h 4666890"/>
                <a:gd name="connsiteX1" fmla="*/ 5917721 w 8600536"/>
                <a:gd name="connsiteY1" fmla="*/ 4666890 h 4666890"/>
                <a:gd name="connsiteX2" fmla="*/ 0 w 8600536"/>
                <a:gd name="connsiteY2" fmla="*/ 4666890 h 4666890"/>
                <a:gd name="connsiteX3" fmla="*/ 0 w 8600536"/>
                <a:gd name="connsiteY3" fmla="*/ 8626 h 4666890"/>
                <a:gd name="connsiteX4" fmla="*/ 8600536 w 8600536"/>
                <a:gd name="connsiteY4" fmla="*/ 0 h 4666890"/>
                <a:gd name="connsiteX0" fmla="*/ 8600536 w 8600536"/>
                <a:gd name="connsiteY0" fmla="*/ 19759 h 4686649"/>
                <a:gd name="connsiteX1" fmla="*/ 5917721 w 8600536"/>
                <a:gd name="connsiteY1" fmla="*/ 4686649 h 4686649"/>
                <a:gd name="connsiteX2" fmla="*/ 0 w 8600536"/>
                <a:gd name="connsiteY2" fmla="*/ 4686649 h 4686649"/>
                <a:gd name="connsiteX3" fmla="*/ 2710730 w 8600536"/>
                <a:gd name="connsiteY3" fmla="*/ 0 h 4686649"/>
                <a:gd name="connsiteX4" fmla="*/ 8600536 w 8600536"/>
                <a:gd name="connsiteY4" fmla="*/ 19759 h 4686649"/>
                <a:gd name="connsiteX0" fmla="*/ 5960768 w 5960768"/>
                <a:gd name="connsiteY0" fmla="*/ 19759 h 4686649"/>
                <a:gd name="connsiteX1" fmla="*/ 3277953 w 5960768"/>
                <a:gd name="connsiteY1" fmla="*/ 4686649 h 4686649"/>
                <a:gd name="connsiteX2" fmla="*/ 0 w 5960768"/>
                <a:gd name="connsiteY2" fmla="*/ 4672457 h 4686649"/>
                <a:gd name="connsiteX3" fmla="*/ 70962 w 5960768"/>
                <a:gd name="connsiteY3" fmla="*/ 0 h 4686649"/>
                <a:gd name="connsiteX4" fmla="*/ 5960768 w 5960768"/>
                <a:gd name="connsiteY4" fmla="*/ 19759 h 4686649"/>
                <a:gd name="connsiteX0" fmla="*/ 5889806 w 5889806"/>
                <a:gd name="connsiteY0" fmla="*/ 19759 h 4686649"/>
                <a:gd name="connsiteX1" fmla="*/ 3206991 w 5889806"/>
                <a:gd name="connsiteY1" fmla="*/ 4686649 h 4686649"/>
                <a:gd name="connsiteX2" fmla="*/ 0 w 5889806"/>
                <a:gd name="connsiteY2" fmla="*/ 0 h 4686649"/>
                <a:gd name="connsiteX3" fmla="*/ 5889806 w 5889806"/>
                <a:gd name="connsiteY3" fmla="*/ 19759 h 4686649"/>
                <a:gd name="connsiteX0" fmla="*/ 2682816 w 2682816"/>
                <a:gd name="connsiteY0" fmla="*/ 1 h 4666891"/>
                <a:gd name="connsiteX1" fmla="*/ 1 w 2682816"/>
                <a:gd name="connsiteY1" fmla="*/ 4666891 h 4666891"/>
                <a:gd name="connsiteX2" fmla="*/ 315277 w 2682816"/>
                <a:gd name="connsiteY2" fmla="*/ 416885 h 4666891"/>
                <a:gd name="connsiteX3" fmla="*/ 2682816 w 2682816"/>
                <a:gd name="connsiteY3" fmla="*/ 1 h 4666891"/>
                <a:gd name="connsiteX0" fmla="*/ 2716854 w 2716854"/>
                <a:gd name="connsiteY0" fmla="*/ 1 h 4666891"/>
                <a:gd name="connsiteX1" fmla="*/ 34039 w 2716854"/>
                <a:gd name="connsiteY1" fmla="*/ 4666891 h 4666891"/>
                <a:gd name="connsiteX2" fmla="*/ 0 w 2716854"/>
                <a:gd name="connsiteY2" fmla="*/ 38462 h 4666891"/>
                <a:gd name="connsiteX3" fmla="*/ 2716854 w 2716854"/>
                <a:gd name="connsiteY3" fmla="*/ 1 h 4666891"/>
                <a:gd name="connsiteX0" fmla="*/ 2704749 w 2704749"/>
                <a:gd name="connsiteY0" fmla="*/ 1 h 4666891"/>
                <a:gd name="connsiteX1" fmla="*/ 21934 w 2704749"/>
                <a:gd name="connsiteY1" fmla="*/ 4666891 h 4666891"/>
                <a:gd name="connsiteX2" fmla="*/ 0 w 2704749"/>
                <a:gd name="connsiteY2" fmla="*/ 2146 h 4666891"/>
                <a:gd name="connsiteX3" fmla="*/ 2704749 w 2704749"/>
                <a:gd name="connsiteY3" fmla="*/ 1 h 4666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4749" h="4666891">
                  <a:moveTo>
                    <a:pt x="2704749" y="1"/>
                  </a:moveTo>
                  <a:lnTo>
                    <a:pt x="21934" y="4666891"/>
                  </a:lnTo>
                  <a:lnTo>
                    <a:pt x="0" y="2146"/>
                  </a:lnTo>
                  <a:lnTo>
                    <a:pt x="2704749" y="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6000"/>
                  </a:schemeClr>
                </a:gs>
                <a:gs pos="97000">
                  <a:schemeClr val="accent5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kumimoji="1" lang="ja-JP" altLang="en-US" sz="1600" b="0">
                <a:solidFill>
                  <a:schemeClr val="tx2"/>
                </a:solidFill>
              </a:endParaRPr>
            </a:p>
          </p:txBody>
        </p:sp>
        <p:sp>
          <p:nvSpPr>
            <p:cNvPr id="22" name="フリーフォーム 21">
              <a:extLst>
                <a:ext uri="{FF2B5EF4-FFF2-40B4-BE49-F238E27FC236}">
                  <a16:creationId xmlns:a16="http://schemas.microsoft.com/office/drawing/2014/main" id="{67D1997D-CBDA-E64F-BF7F-40CD6CA3EAA0}"/>
                </a:ext>
              </a:extLst>
            </p:cNvPr>
            <p:cNvSpPr/>
            <p:nvPr/>
          </p:nvSpPr>
          <p:spPr>
            <a:xfrm>
              <a:off x="-8166" y="-9119"/>
              <a:ext cx="1012700" cy="647862"/>
            </a:xfrm>
            <a:custGeom>
              <a:avLst/>
              <a:gdLst>
                <a:gd name="connsiteX0" fmla="*/ 4045789 w 4045789"/>
                <a:gd name="connsiteY0" fmla="*/ 0 h 1630392"/>
                <a:gd name="connsiteX1" fmla="*/ 4045789 w 4045789"/>
                <a:gd name="connsiteY1" fmla="*/ 0 h 1630392"/>
                <a:gd name="connsiteX2" fmla="*/ 3096883 w 4045789"/>
                <a:gd name="connsiteY2" fmla="*/ 1630392 h 1630392"/>
                <a:gd name="connsiteX3" fmla="*/ 0 w 4045789"/>
                <a:gd name="connsiteY3" fmla="*/ 1630392 h 1630392"/>
                <a:gd name="connsiteX4" fmla="*/ 0 w 4045789"/>
                <a:gd name="connsiteY4" fmla="*/ 8626 h 1630392"/>
                <a:gd name="connsiteX5" fmla="*/ 4045789 w 4045789"/>
                <a:gd name="connsiteY5" fmla="*/ 0 h 1630392"/>
                <a:gd name="connsiteX0" fmla="*/ 4045789 w 4045789"/>
                <a:gd name="connsiteY0" fmla="*/ 0 h 1642217"/>
                <a:gd name="connsiteX1" fmla="*/ 4045789 w 4045789"/>
                <a:gd name="connsiteY1" fmla="*/ 0 h 1642217"/>
                <a:gd name="connsiteX2" fmla="*/ 3096883 w 4045789"/>
                <a:gd name="connsiteY2" fmla="*/ 1630392 h 1642217"/>
                <a:gd name="connsiteX3" fmla="*/ 1477955 w 4045789"/>
                <a:gd name="connsiteY3" fmla="*/ 1642217 h 1642217"/>
                <a:gd name="connsiteX4" fmla="*/ 0 w 4045789"/>
                <a:gd name="connsiteY4" fmla="*/ 8626 h 1642217"/>
                <a:gd name="connsiteX5" fmla="*/ 4045789 w 4045789"/>
                <a:gd name="connsiteY5" fmla="*/ 0 h 1642217"/>
                <a:gd name="connsiteX0" fmla="*/ 2579658 w 2579658"/>
                <a:gd name="connsiteY0" fmla="*/ 3199 h 1645416"/>
                <a:gd name="connsiteX1" fmla="*/ 2579658 w 2579658"/>
                <a:gd name="connsiteY1" fmla="*/ 3199 h 1645416"/>
                <a:gd name="connsiteX2" fmla="*/ 1630752 w 2579658"/>
                <a:gd name="connsiteY2" fmla="*/ 1633591 h 1645416"/>
                <a:gd name="connsiteX3" fmla="*/ 11824 w 2579658"/>
                <a:gd name="connsiteY3" fmla="*/ 1645416 h 1645416"/>
                <a:gd name="connsiteX4" fmla="*/ 0 w 2579658"/>
                <a:gd name="connsiteY4" fmla="*/ 0 h 1645416"/>
                <a:gd name="connsiteX5" fmla="*/ 2579658 w 2579658"/>
                <a:gd name="connsiteY5" fmla="*/ 3199 h 1645416"/>
                <a:gd name="connsiteX0" fmla="*/ 2579658 w 2579658"/>
                <a:gd name="connsiteY0" fmla="*/ 84076 h 1645416"/>
                <a:gd name="connsiteX1" fmla="*/ 2579658 w 2579658"/>
                <a:gd name="connsiteY1" fmla="*/ 3199 h 1645416"/>
                <a:gd name="connsiteX2" fmla="*/ 1630752 w 2579658"/>
                <a:gd name="connsiteY2" fmla="*/ 1633591 h 1645416"/>
                <a:gd name="connsiteX3" fmla="*/ 11824 w 2579658"/>
                <a:gd name="connsiteY3" fmla="*/ 1645416 h 1645416"/>
                <a:gd name="connsiteX4" fmla="*/ 0 w 2579658"/>
                <a:gd name="connsiteY4" fmla="*/ 0 h 1645416"/>
                <a:gd name="connsiteX5" fmla="*/ 2579658 w 2579658"/>
                <a:gd name="connsiteY5" fmla="*/ 84076 h 1645416"/>
                <a:gd name="connsiteX0" fmla="*/ 2781851 w 2781851"/>
                <a:gd name="connsiteY0" fmla="*/ 0 h 1787795"/>
                <a:gd name="connsiteX1" fmla="*/ 2579658 w 2781851"/>
                <a:gd name="connsiteY1" fmla="*/ 145578 h 1787795"/>
                <a:gd name="connsiteX2" fmla="*/ 1630752 w 2781851"/>
                <a:gd name="connsiteY2" fmla="*/ 1775970 h 1787795"/>
                <a:gd name="connsiteX3" fmla="*/ 11824 w 2781851"/>
                <a:gd name="connsiteY3" fmla="*/ 1787795 h 1787795"/>
                <a:gd name="connsiteX4" fmla="*/ 0 w 2781851"/>
                <a:gd name="connsiteY4" fmla="*/ 142379 h 1787795"/>
                <a:gd name="connsiteX5" fmla="*/ 2781851 w 2781851"/>
                <a:gd name="connsiteY5" fmla="*/ 0 h 1787795"/>
                <a:gd name="connsiteX0" fmla="*/ 0 w 2579658"/>
                <a:gd name="connsiteY0" fmla="*/ 0 h 1645416"/>
                <a:gd name="connsiteX1" fmla="*/ 2579658 w 2579658"/>
                <a:gd name="connsiteY1" fmla="*/ 3199 h 1645416"/>
                <a:gd name="connsiteX2" fmla="*/ 1630752 w 2579658"/>
                <a:gd name="connsiteY2" fmla="*/ 1633591 h 1645416"/>
                <a:gd name="connsiteX3" fmla="*/ 11824 w 2579658"/>
                <a:gd name="connsiteY3" fmla="*/ 1645416 h 1645416"/>
                <a:gd name="connsiteX4" fmla="*/ 0 w 2579658"/>
                <a:gd name="connsiteY4" fmla="*/ 0 h 1645416"/>
                <a:gd name="connsiteX0" fmla="*/ 0 w 2523044"/>
                <a:gd name="connsiteY0" fmla="*/ 0 h 1645416"/>
                <a:gd name="connsiteX1" fmla="*/ 2523044 w 2523044"/>
                <a:gd name="connsiteY1" fmla="*/ 100252 h 1645416"/>
                <a:gd name="connsiteX2" fmla="*/ 1630752 w 2523044"/>
                <a:gd name="connsiteY2" fmla="*/ 1633591 h 1645416"/>
                <a:gd name="connsiteX3" fmla="*/ 11824 w 2523044"/>
                <a:gd name="connsiteY3" fmla="*/ 1645416 h 1645416"/>
                <a:gd name="connsiteX4" fmla="*/ 0 w 2523044"/>
                <a:gd name="connsiteY4" fmla="*/ 0 h 1645416"/>
                <a:gd name="connsiteX0" fmla="*/ 0 w 2579658"/>
                <a:gd name="connsiteY0" fmla="*/ 4888 h 1650304"/>
                <a:gd name="connsiteX1" fmla="*/ 2579658 w 2579658"/>
                <a:gd name="connsiteY1" fmla="*/ 0 h 1650304"/>
                <a:gd name="connsiteX2" fmla="*/ 1630752 w 2579658"/>
                <a:gd name="connsiteY2" fmla="*/ 1638479 h 1650304"/>
                <a:gd name="connsiteX3" fmla="*/ 11824 w 2579658"/>
                <a:gd name="connsiteY3" fmla="*/ 1650304 h 1650304"/>
                <a:gd name="connsiteX4" fmla="*/ 0 w 2579658"/>
                <a:gd name="connsiteY4" fmla="*/ 4888 h 16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9658" h="1650304">
                  <a:moveTo>
                    <a:pt x="0" y="4888"/>
                  </a:moveTo>
                  <a:lnTo>
                    <a:pt x="2579658" y="0"/>
                  </a:lnTo>
                  <a:lnTo>
                    <a:pt x="1630752" y="1638479"/>
                  </a:lnTo>
                  <a:lnTo>
                    <a:pt x="11824" y="1650304"/>
                  </a:lnTo>
                  <a:cubicBezTo>
                    <a:pt x="7883" y="1101832"/>
                    <a:pt x="3941" y="553360"/>
                    <a:pt x="0" y="488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35000"/>
                  </a:schemeClr>
                </a:gs>
                <a:gs pos="96000">
                  <a:srgbClr val="DE67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kumimoji="1" lang="ja-JP" altLang="en-US" sz="1600" b="0">
                <a:solidFill>
                  <a:schemeClr val="tx2"/>
                </a:solidFill>
              </a:endParaRPr>
            </a:p>
          </p:txBody>
        </p:sp>
        <p:sp>
          <p:nvSpPr>
            <p:cNvPr id="23" name="フリーフォーム 22">
              <a:extLst>
                <a:ext uri="{FF2B5EF4-FFF2-40B4-BE49-F238E27FC236}">
                  <a16:creationId xmlns:a16="http://schemas.microsoft.com/office/drawing/2014/main" id="{011EF147-C874-7B49-BFFD-4974D61FA399}"/>
                </a:ext>
              </a:extLst>
            </p:cNvPr>
            <p:cNvSpPr/>
            <p:nvPr/>
          </p:nvSpPr>
          <p:spPr>
            <a:xfrm>
              <a:off x="-10106" y="-8467"/>
              <a:ext cx="3155196" cy="227788"/>
            </a:xfrm>
            <a:custGeom>
              <a:avLst/>
              <a:gdLst>
                <a:gd name="connsiteX0" fmla="*/ 4045789 w 4045789"/>
                <a:gd name="connsiteY0" fmla="*/ 0 h 1630392"/>
                <a:gd name="connsiteX1" fmla="*/ 4045789 w 4045789"/>
                <a:gd name="connsiteY1" fmla="*/ 0 h 1630392"/>
                <a:gd name="connsiteX2" fmla="*/ 3096883 w 4045789"/>
                <a:gd name="connsiteY2" fmla="*/ 1630392 h 1630392"/>
                <a:gd name="connsiteX3" fmla="*/ 0 w 4045789"/>
                <a:gd name="connsiteY3" fmla="*/ 1630392 h 1630392"/>
                <a:gd name="connsiteX4" fmla="*/ 0 w 4045789"/>
                <a:gd name="connsiteY4" fmla="*/ 8626 h 1630392"/>
                <a:gd name="connsiteX5" fmla="*/ 4045789 w 4045789"/>
                <a:gd name="connsiteY5" fmla="*/ 0 h 1630392"/>
                <a:gd name="connsiteX0" fmla="*/ 23887615 w 23887615"/>
                <a:gd name="connsiteY0" fmla="*/ 0 h 1630392"/>
                <a:gd name="connsiteX1" fmla="*/ 23887615 w 23887615"/>
                <a:gd name="connsiteY1" fmla="*/ 0 h 1630392"/>
                <a:gd name="connsiteX2" fmla="*/ 22938709 w 23887615"/>
                <a:gd name="connsiteY2" fmla="*/ 1630392 h 1630392"/>
                <a:gd name="connsiteX3" fmla="*/ 0 w 23887615"/>
                <a:gd name="connsiteY3" fmla="*/ 1565690 h 1630392"/>
                <a:gd name="connsiteX4" fmla="*/ 19841826 w 23887615"/>
                <a:gd name="connsiteY4" fmla="*/ 8626 h 1630392"/>
                <a:gd name="connsiteX5" fmla="*/ 23887615 w 23887615"/>
                <a:gd name="connsiteY5" fmla="*/ 0 h 1630392"/>
                <a:gd name="connsiteX0" fmla="*/ 23930751 w 23930751"/>
                <a:gd name="connsiteY0" fmla="*/ 34508 h 1664900"/>
                <a:gd name="connsiteX1" fmla="*/ 23930751 w 23930751"/>
                <a:gd name="connsiteY1" fmla="*/ 34508 h 1664900"/>
                <a:gd name="connsiteX2" fmla="*/ 22981845 w 23930751"/>
                <a:gd name="connsiteY2" fmla="*/ 1664900 h 1664900"/>
                <a:gd name="connsiteX3" fmla="*/ 43136 w 23930751"/>
                <a:gd name="connsiteY3" fmla="*/ 1600198 h 1664900"/>
                <a:gd name="connsiteX4" fmla="*/ 0 w 23930751"/>
                <a:gd name="connsiteY4" fmla="*/ 0 h 1664900"/>
                <a:gd name="connsiteX5" fmla="*/ 23930751 w 23930751"/>
                <a:gd name="connsiteY5" fmla="*/ 34508 h 1664900"/>
                <a:gd name="connsiteX0" fmla="*/ 23930751 w 23930751"/>
                <a:gd name="connsiteY0" fmla="*/ 34508 h 1664900"/>
                <a:gd name="connsiteX1" fmla="*/ 23930751 w 23930751"/>
                <a:gd name="connsiteY1" fmla="*/ 34508 h 1664900"/>
                <a:gd name="connsiteX2" fmla="*/ 22981845 w 23930751"/>
                <a:gd name="connsiteY2" fmla="*/ 1664900 h 1664900"/>
                <a:gd name="connsiteX3" fmla="*/ 1339820 w 23930751"/>
                <a:gd name="connsiteY3" fmla="*/ 1600196 h 1664900"/>
                <a:gd name="connsiteX4" fmla="*/ 0 w 23930751"/>
                <a:gd name="connsiteY4" fmla="*/ 0 h 1664900"/>
                <a:gd name="connsiteX5" fmla="*/ 23930751 w 23930751"/>
                <a:gd name="connsiteY5" fmla="*/ 34508 h 1664900"/>
                <a:gd name="connsiteX0" fmla="*/ 22600824 w 22600824"/>
                <a:gd name="connsiteY0" fmla="*/ 1264 h 1631656"/>
                <a:gd name="connsiteX1" fmla="*/ 22600824 w 22600824"/>
                <a:gd name="connsiteY1" fmla="*/ 1264 h 1631656"/>
                <a:gd name="connsiteX2" fmla="*/ 21651918 w 22600824"/>
                <a:gd name="connsiteY2" fmla="*/ 1631656 h 1631656"/>
                <a:gd name="connsiteX3" fmla="*/ 9893 w 22600824"/>
                <a:gd name="connsiteY3" fmla="*/ 1566952 h 1631656"/>
                <a:gd name="connsiteX4" fmla="*/ 0 w 22600824"/>
                <a:gd name="connsiteY4" fmla="*/ 0 h 1631656"/>
                <a:gd name="connsiteX5" fmla="*/ 22600824 w 22600824"/>
                <a:gd name="connsiteY5" fmla="*/ 1264 h 16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600824" h="1631656">
                  <a:moveTo>
                    <a:pt x="22600824" y="1264"/>
                  </a:moveTo>
                  <a:lnTo>
                    <a:pt x="22600824" y="1264"/>
                  </a:lnTo>
                  <a:lnTo>
                    <a:pt x="21651918" y="1631656"/>
                  </a:lnTo>
                  <a:lnTo>
                    <a:pt x="9893" y="1566952"/>
                  </a:lnTo>
                  <a:cubicBezTo>
                    <a:pt x="6595" y="1044635"/>
                    <a:pt x="3298" y="522317"/>
                    <a:pt x="0" y="0"/>
                  </a:cubicBezTo>
                  <a:lnTo>
                    <a:pt x="22600824" y="126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96000">
                  <a:schemeClr val="accent6">
                    <a:alpha val="45000"/>
                    <a:lumMod val="43000"/>
                    <a:lumOff val="57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kumimoji="1" lang="ja-JP" altLang="en-US" sz="1600" b="0">
                <a:solidFill>
                  <a:schemeClr val="tx2"/>
                </a:solidFill>
              </a:endParaRPr>
            </a:p>
          </p:txBody>
        </p:sp>
      </p:grpSp>
      <p:sp>
        <p:nvSpPr>
          <p:cNvPr id="12" name="Rectangle 30">
            <a:extLst>
              <a:ext uri="{FF2B5EF4-FFF2-40B4-BE49-F238E27FC236}">
                <a16:creationId xmlns:a16="http://schemas.microsoft.com/office/drawing/2014/main" id="{24B8B787-D0A4-A347-A905-45BC730F512F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268288" y="4875213"/>
            <a:ext cx="4908550" cy="161925"/>
          </a:xfrm>
          <a:prstGeom prst="rect">
            <a:avLst/>
          </a:prstGeom>
          <a:ln/>
        </p:spPr>
        <p:txBody>
          <a:bodyPr/>
          <a:lstStyle>
            <a:lvl1pPr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en-US" altLang="ja-JP" sz="600" b="0" dirty="0">
                <a:solidFill>
                  <a:schemeClr val="bg1"/>
                </a:solidFill>
                <a:latin typeface="Verdana" pitchFamily="34" charset="0"/>
              </a:rPr>
              <a:t>© Kawasaki Heavy Industries, Ltd. All Rights Reserved</a:t>
            </a:r>
          </a:p>
        </p:txBody>
      </p:sp>
      <p:sp>
        <p:nvSpPr>
          <p:cNvPr id="1032" name="タイトル プレースホルダー 1">
            <a:extLst>
              <a:ext uri="{FF2B5EF4-FFF2-40B4-BE49-F238E27FC236}">
                <a16:creationId xmlns:a16="http://schemas.microsoft.com/office/drawing/2014/main" id="{399A9B2E-770A-9348-BE12-6C3DEBDB968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90575" y="219075"/>
            <a:ext cx="77422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Title</a:t>
            </a:r>
            <a:endParaRPr lang="ja-JP" altLang="en-US"/>
          </a:p>
        </p:txBody>
      </p:sp>
      <p:sp>
        <p:nvSpPr>
          <p:cNvPr id="1027" name="テキスト プレースホルダー 11">
            <a:extLst>
              <a:ext uri="{FF2B5EF4-FFF2-40B4-BE49-F238E27FC236}">
                <a16:creationId xmlns:a16="http://schemas.microsoft.com/office/drawing/2014/main" id="{0AE4FA9C-9461-3140-A3F6-526A3D0595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90575" y="844550"/>
            <a:ext cx="7742238" cy="37258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Level1</a:t>
            </a:r>
            <a:endParaRPr lang="ja-JP" altLang="en-US"/>
          </a:p>
          <a:p>
            <a:pPr lvl="1"/>
            <a:r>
              <a:rPr lang="en-US" altLang="ja-JP" dirty="0"/>
              <a:t>Level2</a:t>
            </a:r>
            <a:endParaRPr lang="ja-JP" altLang="en-US"/>
          </a:p>
          <a:p>
            <a:pPr lvl="2"/>
            <a:r>
              <a:rPr lang="en-US" altLang="ja-JP" dirty="0"/>
              <a:t>Level3</a:t>
            </a:r>
            <a:endParaRPr lang="ja-JP" altLang="en-US"/>
          </a:p>
          <a:p>
            <a:pPr lvl="3"/>
            <a:r>
              <a:rPr lang="en-US" altLang="ja-JP" dirty="0"/>
              <a:t>Level4</a:t>
            </a:r>
            <a:endParaRPr lang="ja-JP" altLang="en-US"/>
          </a:p>
          <a:p>
            <a:pPr lvl="4"/>
            <a:r>
              <a:rPr lang="en-US" altLang="ja-JP" dirty="0"/>
              <a:t>Level5</a:t>
            </a:r>
            <a:endParaRPr lang="ja-JP" altLang="en-US"/>
          </a:p>
        </p:txBody>
      </p:sp>
      <p:sp>
        <p:nvSpPr>
          <p:cNvPr id="9" name="テキスト ボックス 10">
            <a:extLst>
              <a:ext uri="{FF2B5EF4-FFF2-40B4-BE49-F238E27FC236}">
                <a16:creationId xmlns:a16="http://schemas.microsoft.com/office/drawing/2014/main" id="{109C9CF1-1653-A240-AC41-832BF6FD02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820150" y="4883150"/>
            <a:ext cx="266700" cy="246063"/>
          </a:xfrm>
          <a:prstGeom prst="rect">
            <a:avLst/>
          </a:prstGeom>
          <a:noFill/>
          <a:ln>
            <a:noFill/>
          </a:ln>
        </p:spPr>
        <p:txBody>
          <a:bodyPr lIns="0" rIns="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A3B0EBCB-9662-ED48-94B0-BAA91A881CD9}" type="slidenum">
              <a:rPr lang="ja-JP" altLang="en-US" sz="100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ja-JP" altLang="en-US" sz="1000">
              <a:solidFill>
                <a:schemeClr val="bg1"/>
              </a:solidFill>
            </a:endParaRPr>
          </a:p>
        </p:txBody>
      </p:sp>
      <p:sp>
        <p:nvSpPr>
          <p:cNvPr id="25" name="フリーフォーム 24">
            <a:extLst>
              <a:ext uri="{FF2B5EF4-FFF2-40B4-BE49-F238E27FC236}">
                <a16:creationId xmlns:a16="http://schemas.microsoft.com/office/drawing/2014/main" id="{D08802EA-1546-464D-BED7-CF3CA100C9EF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8783591" y="4188991"/>
            <a:ext cx="363582" cy="624808"/>
          </a:xfrm>
          <a:custGeom>
            <a:avLst/>
            <a:gdLst>
              <a:gd name="connsiteX0" fmla="*/ 8600536 w 8600536"/>
              <a:gd name="connsiteY0" fmla="*/ 0 h 4666890"/>
              <a:gd name="connsiteX1" fmla="*/ 5917721 w 8600536"/>
              <a:gd name="connsiteY1" fmla="*/ 4666890 h 4666890"/>
              <a:gd name="connsiteX2" fmla="*/ 0 w 8600536"/>
              <a:gd name="connsiteY2" fmla="*/ 4666890 h 4666890"/>
              <a:gd name="connsiteX3" fmla="*/ 0 w 8600536"/>
              <a:gd name="connsiteY3" fmla="*/ 8626 h 4666890"/>
              <a:gd name="connsiteX4" fmla="*/ 8600536 w 8600536"/>
              <a:gd name="connsiteY4" fmla="*/ 0 h 4666890"/>
              <a:gd name="connsiteX0" fmla="*/ 8600536 w 8600536"/>
              <a:gd name="connsiteY0" fmla="*/ 19759 h 4686649"/>
              <a:gd name="connsiteX1" fmla="*/ 5917721 w 8600536"/>
              <a:gd name="connsiteY1" fmla="*/ 4686649 h 4686649"/>
              <a:gd name="connsiteX2" fmla="*/ 0 w 8600536"/>
              <a:gd name="connsiteY2" fmla="*/ 4686649 h 4686649"/>
              <a:gd name="connsiteX3" fmla="*/ 2710730 w 8600536"/>
              <a:gd name="connsiteY3" fmla="*/ 0 h 4686649"/>
              <a:gd name="connsiteX4" fmla="*/ 8600536 w 8600536"/>
              <a:gd name="connsiteY4" fmla="*/ 19759 h 4686649"/>
              <a:gd name="connsiteX0" fmla="*/ 5960768 w 5960768"/>
              <a:gd name="connsiteY0" fmla="*/ 19759 h 4686649"/>
              <a:gd name="connsiteX1" fmla="*/ 3277953 w 5960768"/>
              <a:gd name="connsiteY1" fmla="*/ 4686649 h 4686649"/>
              <a:gd name="connsiteX2" fmla="*/ 0 w 5960768"/>
              <a:gd name="connsiteY2" fmla="*/ 4672457 h 4686649"/>
              <a:gd name="connsiteX3" fmla="*/ 70962 w 5960768"/>
              <a:gd name="connsiteY3" fmla="*/ 0 h 4686649"/>
              <a:gd name="connsiteX4" fmla="*/ 5960768 w 5960768"/>
              <a:gd name="connsiteY4" fmla="*/ 19759 h 4686649"/>
              <a:gd name="connsiteX0" fmla="*/ 5889806 w 5889806"/>
              <a:gd name="connsiteY0" fmla="*/ 19759 h 4686649"/>
              <a:gd name="connsiteX1" fmla="*/ 3206991 w 5889806"/>
              <a:gd name="connsiteY1" fmla="*/ 4686649 h 4686649"/>
              <a:gd name="connsiteX2" fmla="*/ 0 w 5889806"/>
              <a:gd name="connsiteY2" fmla="*/ 0 h 4686649"/>
              <a:gd name="connsiteX3" fmla="*/ 5889806 w 5889806"/>
              <a:gd name="connsiteY3" fmla="*/ 19759 h 4686649"/>
              <a:gd name="connsiteX0" fmla="*/ 2682816 w 2682816"/>
              <a:gd name="connsiteY0" fmla="*/ 1 h 4666891"/>
              <a:gd name="connsiteX1" fmla="*/ 1 w 2682816"/>
              <a:gd name="connsiteY1" fmla="*/ 4666891 h 4666891"/>
              <a:gd name="connsiteX2" fmla="*/ 315277 w 2682816"/>
              <a:gd name="connsiteY2" fmla="*/ 416885 h 4666891"/>
              <a:gd name="connsiteX3" fmla="*/ 2682816 w 2682816"/>
              <a:gd name="connsiteY3" fmla="*/ 1 h 4666891"/>
              <a:gd name="connsiteX0" fmla="*/ 2716854 w 2716854"/>
              <a:gd name="connsiteY0" fmla="*/ 1 h 4666891"/>
              <a:gd name="connsiteX1" fmla="*/ 34039 w 2716854"/>
              <a:gd name="connsiteY1" fmla="*/ 4666891 h 4666891"/>
              <a:gd name="connsiteX2" fmla="*/ 0 w 2716854"/>
              <a:gd name="connsiteY2" fmla="*/ 38462 h 4666891"/>
              <a:gd name="connsiteX3" fmla="*/ 2716854 w 2716854"/>
              <a:gd name="connsiteY3" fmla="*/ 1 h 4666891"/>
              <a:gd name="connsiteX0" fmla="*/ 2599256 w 2599256"/>
              <a:gd name="connsiteY0" fmla="*/ 126177 h 4628430"/>
              <a:gd name="connsiteX1" fmla="*/ 34039 w 2599256"/>
              <a:gd name="connsiteY1" fmla="*/ 4628430 h 4628430"/>
              <a:gd name="connsiteX2" fmla="*/ 0 w 2599256"/>
              <a:gd name="connsiteY2" fmla="*/ 1 h 4628430"/>
              <a:gd name="connsiteX3" fmla="*/ 2599256 w 2599256"/>
              <a:gd name="connsiteY3" fmla="*/ 126177 h 4628430"/>
              <a:gd name="connsiteX0" fmla="*/ 2669815 w 2669815"/>
              <a:gd name="connsiteY0" fmla="*/ 8578 h 4628430"/>
              <a:gd name="connsiteX1" fmla="*/ 34039 w 2669815"/>
              <a:gd name="connsiteY1" fmla="*/ 4628430 h 4628430"/>
              <a:gd name="connsiteX2" fmla="*/ 0 w 2669815"/>
              <a:gd name="connsiteY2" fmla="*/ 1 h 4628430"/>
              <a:gd name="connsiteX3" fmla="*/ 2669815 w 2669815"/>
              <a:gd name="connsiteY3" fmla="*/ 8578 h 4628430"/>
              <a:gd name="connsiteX0" fmla="*/ 2693335 w 2693335"/>
              <a:gd name="connsiteY0" fmla="*/ 8578 h 4628430"/>
              <a:gd name="connsiteX1" fmla="*/ 34039 w 2693335"/>
              <a:gd name="connsiteY1" fmla="*/ 4628430 h 4628430"/>
              <a:gd name="connsiteX2" fmla="*/ 0 w 2693335"/>
              <a:gd name="connsiteY2" fmla="*/ 1 h 4628430"/>
              <a:gd name="connsiteX3" fmla="*/ 2693335 w 2693335"/>
              <a:gd name="connsiteY3" fmla="*/ 8578 h 462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3335" h="4628430">
                <a:moveTo>
                  <a:pt x="2693335" y="8578"/>
                </a:moveTo>
                <a:lnTo>
                  <a:pt x="34039" y="4628430"/>
                </a:lnTo>
                <a:lnTo>
                  <a:pt x="0" y="1"/>
                </a:lnTo>
                <a:lnTo>
                  <a:pt x="2693335" y="85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7" r:id="rId2"/>
    <p:sldLayoutId id="2147483796" r:id="rId3"/>
    <p:sldLayoutId id="2147483794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ja-JP" altLang="en-US" b="1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Verdan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Verdan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Verdan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Verdana" pitchFamily="34" charset="0"/>
          <a:ea typeface="ＭＳ Ｐゴシック" charset="0"/>
          <a:cs typeface="ＭＳ Ｐゴシック" charset="0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Verdana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Verdana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Verdana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Verdana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kumimoji="1" lang="ja-JP" altLang="en-US" kern="1200" dirty="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kumimoji="1" lang="ja-JP" altLang="en-US" sz="1500" kern="1200" dirty="0">
          <a:solidFill>
            <a:schemeClr val="tx1"/>
          </a:solidFill>
          <a:latin typeface="+mj-lt"/>
          <a:ea typeface="ＭＳ Ｐゴシック" charset="0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lang="ja-JP" altLang="en-US" kern="1200" dirty="0">
          <a:solidFill>
            <a:schemeClr val="tx1"/>
          </a:solidFill>
          <a:latin typeface="+mj-lt"/>
          <a:ea typeface="ＭＳ Ｐゴシック" charset="0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lang="ja-JP" altLang="en-US" sz="1000" kern="1200" dirty="0">
          <a:solidFill>
            <a:schemeClr val="tx1"/>
          </a:solidFill>
          <a:latin typeface="+mj-lt"/>
          <a:ea typeface="ＭＳ Ｐゴシック" charset="0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ja-JP" altLang="en-US" sz="900" kern="1200" dirty="0">
          <a:solidFill>
            <a:schemeClr val="tx1"/>
          </a:solidFill>
          <a:latin typeface="+mj-lt"/>
          <a:ea typeface="ＭＳ Ｐゴシック" charset="0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プレースホルダー 4">
            <a:extLst>
              <a:ext uri="{FF2B5EF4-FFF2-40B4-BE49-F238E27FC236}">
                <a16:creationId xmlns:a16="http://schemas.microsoft.com/office/drawing/2014/main" id="{4FC10238-BB9B-55EE-3A59-36C7A13E7308}"/>
              </a:ext>
            </a:extLst>
          </p:cNvPr>
          <p:cNvSpPr txBox="1">
            <a:spLocks/>
          </p:cNvSpPr>
          <p:nvPr/>
        </p:nvSpPr>
        <p:spPr bwMode="auto">
          <a:xfrm>
            <a:off x="2791326" y="3559201"/>
            <a:ext cx="3623224" cy="281868"/>
          </a:xfrm>
          <a:prstGeom prst="rect">
            <a:avLst/>
          </a:prstGeom>
          <a:solidFill>
            <a:srgbClr val="969494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ja-JP" altLang="en-US" sz="12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ja-JP" altLang="en-US" sz="20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lang="ja-JP" altLang="en-US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lang="ja-JP" altLang="en-US" sz="14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lang="ja-JP" altLang="en-US" sz="12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2000" b="1" dirty="0">
              <a:solidFill>
                <a:srgbClr val="002060"/>
              </a:solidFill>
            </a:endParaRPr>
          </a:p>
        </p:txBody>
      </p:sp>
      <p:sp>
        <p:nvSpPr>
          <p:cNvPr id="4" name="!Text1">
            <a:extLst>
              <a:ext uri="{FF2B5EF4-FFF2-40B4-BE49-F238E27FC236}">
                <a16:creationId xmlns:a16="http://schemas.microsoft.com/office/drawing/2014/main" id="{31808405-19E1-8543-AF21-D9BE5026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154" y="1897548"/>
            <a:ext cx="7245568" cy="606066"/>
          </a:xfrm>
        </p:spPr>
        <p:txBody>
          <a:bodyPr/>
          <a:lstStyle/>
          <a:p>
            <a:r>
              <a:rPr lang="en-US" sz="2400" b="1" dirty="0" err="1">
                <a:ea typeface="+mj-lt"/>
                <a:cs typeface="+mj-lt"/>
              </a:rPr>
              <a:t>Toraberu</a:t>
            </a:r>
            <a:r>
              <a:rPr lang="en-US" sz="2400" b="1" dirty="0">
                <a:ea typeface="+mj-lt"/>
                <a:cs typeface="+mj-lt"/>
              </a:rPr>
              <a:t> – How to Delete User</a:t>
            </a:r>
            <a:endParaRPr kumimoji="1" lang="ja-JP" altLang="en-US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1D865CF-36B8-D92B-5DC5-66004A4E067E}"/>
              </a:ext>
            </a:extLst>
          </p:cNvPr>
          <p:cNvSpPr/>
          <p:nvPr/>
        </p:nvSpPr>
        <p:spPr>
          <a:xfrm>
            <a:off x="-1838325" y="-1621064"/>
            <a:ext cx="1838325" cy="18383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PH" sz="1600" b="0" dirty="0">
              <a:solidFill>
                <a:schemeClr val="tx2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B607474-745C-CED0-16C1-4C74493225E8}"/>
              </a:ext>
            </a:extLst>
          </p:cNvPr>
          <p:cNvSpPr/>
          <p:nvPr/>
        </p:nvSpPr>
        <p:spPr>
          <a:xfrm>
            <a:off x="-1838325" y="4881336"/>
            <a:ext cx="1838325" cy="183832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PH" sz="1600" b="0" dirty="0">
              <a:solidFill>
                <a:schemeClr val="tx2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E37218-C5AF-2327-5D2F-C975771ABEAF}"/>
              </a:ext>
            </a:extLst>
          </p:cNvPr>
          <p:cNvSpPr/>
          <p:nvPr/>
        </p:nvSpPr>
        <p:spPr>
          <a:xfrm>
            <a:off x="9143999" y="4881337"/>
            <a:ext cx="1838325" cy="183832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PH" sz="1600" b="0" dirty="0">
              <a:solidFill>
                <a:schemeClr val="tx2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555502-46FF-1F36-8282-9727CDC3F544}"/>
              </a:ext>
            </a:extLst>
          </p:cNvPr>
          <p:cNvSpPr/>
          <p:nvPr/>
        </p:nvSpPr>
        <p:spPr>
          <a:xfrm>
            <a:off x="9144000" y="-1621063"/>
            <a:ext cx="1838325" cy="1838325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PH" sz="1600" b="0" dirty="0">
              <a:solidFill>
                <a:schemeClr val="tx2"/>
              </a:solidFill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0484DBB8-7436-E02E-ABF8-6A554B1C9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274" y="3504941"/>
            <a:ext cx="821023" cy="402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テキスト プレースホルダー 4">
            <a:extLst>
              <a:ext uri="{FF2B5EF4-FFF2-40B4-BE49-F238E27FC236}">
                <a16:creationId xmlns:a16="http://schemas.microsoft.com/office/drawing/2014/main" id="{3BAA7740-AC6A-1EB0-D96B-DF21C1250CD3}"/>
              </a:ext>
            </a:extLst>
          </p:cNvPr>
          <p:cNvSpPr txBox="1">
            <a:spLocks/>
          </p:cNvSpPr>
          <p:nvPr/>
        </p:nvSpPr>
        <p:spPr bwMode="auto">
          <a:xfrm>
            <a:off x="1998228" y="3504942"/>
            <a:ext cx="5147543" cy="8489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ja-JP" altLang="en-US" sz="12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ja-JP" altLang="en-US" sz="20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lang="ja-JP" altLang="en-US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lang="ja-JP" altLang="en-US" sz="14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lang="ja-JP" altLang="en-US" sz="12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000" dirty="0">
                <a:solidFill>
                  <a:schemeClr val="tx1"/>
                </a:solidFill>
              </a:rPr>
              <a:t>KHI Design &amp; Technical Service, Inc.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CC3AC15-44BA-BD3F-D369-0074E0FBC468}"/>
              </a:ext>
            </a:extLst>
          </p:cNvPr>
          <p:cNvSpPr txBox="1">
            <a:spLocks/>
          </p:cNvSpPr>
          <p:nvPr/>
        </p:nvSpPr>
        <p:spPr bwMode="auto">
          <a:xfrm>
            <a:off x="2949781" y="2832387"/>
            <a:ext cx="3244438" cy="3031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ja-JP" altLang="en-US" sz="9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3429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ja-JP" altLang="en-US" sz="1500" kern="1200">
                <a:solidFill>
                  <a:schemeClr val="bg1"/>
                </a:solidFill>
                <a:latin typeface="+mj-lt"/>
                <a:ea typeface="ＭＳ Ｐゴシック" charset="0"/>
                <a:cs typeface="+mn-cs"/>
              </a:defRPr>
            </a:lvl2pPr>
            <a:lvl3pPr marL="685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lang="ja-JP" altLang="en-US" kern="1200">
                <a:solidFill>
                  <a:schemeClr val="bg1"/>
                </a:solidFill>
                <a:latin typeface="+mj-lt"/>
                <a:ea typeface="ＭＳ Ｐゴシック" charset="0"/>
                <a:cs typeface="+mn-cs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lang="ja-JP" alt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+mn-cs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lang="ja-JP" altLang="en-US" sz="900" kern="1200">
                <a:solidFill>
                  <a:schemeClr val="bg1"/>
                </a:solidFill>
                <a:latin typeface="+mj-lt"/>
                <a:ea typeface="ＭＳ Ｐゴシック" charset="0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b="0" dirty="0">
                <a:latin typeface="+mn-ea"/>
                <a:ea typeface="+mn-ea"/>
              </a:rPr>
              <a:t>August 15, 2024</a:t>
            </a:r>
            <a:endParaRPr lang="ja-JP" altLang="en-US" sz="1400" b="0" dirty="0"/>
          </a:p>
        </p:txBody>
      </p:sp>
      <p:sp>
        <p:nvSpPr>
          <p:cNvPr id="2" name="!Text1">
            <a:extLst>
              <a:ext uri="{FF2B5EF4-FFF2-40B4-BE49-F238E27FC236}">
                <a16:creationId xmlns:a16="http://schemas.microsoft.com/office/drawing/2014/main" id="{23D3DCBF-01C2-85C0-6564-1CF4683D0711}"/>
              </a:ext>
            </a:extLst>
          </p:cNvPr>
          <p:cNvSpPr txBox="1">
            <a:spLocks/>
          </p:cNvSpPr>
          <p:nvPr/>
        </p:nvSpPr>
        <p:spPr bwMode="auto">
          <a:xfrm>
            <a:off x="949215" y="1528120"/>
            <a:ext cx="7245568" cy="606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ja-JP" altLang="en-US" sz="3200" b="0" i="0" kern="1200">
                <a:solidFill>
                  <a:schemeClr val="bg1"/>
                </a:solidFill>
                <a:latin typeface="Verdana" panose="020B0604030504040204" pitchFamily="34" charset="0"/>
                <a:ea typeface="+mj-ea"/>
                <a:cs typeface="Verdana" panose="020B060403050404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Verdana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Verdana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Verdana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Verdana" pitchFamily="34" charset="0"/>
                <a:ea typeface="ＭＳ Ｐゴシック" charset="0"/>
                <a:cs typeface="ＭＳ Ｐゴシック" charset="0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Verdana" pitchFamily="34" charset="0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Verdana" pitchFamily="34" charset="0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Verdana" pitchFamily="34" charset="0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2929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46914E-7 L 0.60052 0.6015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17" y="300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8.33333E-7 2.22222E-6 L 0.60052 -0.6626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17" y="-3314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8.33333E-7 2.22222E-6 L -0.60052 -0.6626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35" y="-3314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8.33333E-7 -2.46914E-7 L -0.60052 0.60154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35" y="3006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14" dur="750" fill="hold"/>
                                        <p:tgtEl>
                                          <p:spTgt spid="3"/>
                                        </p:tgtEl>
                                      </p:cBhvr>
                                      <p:by x="700000" y="7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700000" y="7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</p:cBhvr>
                                      <p:by x="700000" y="7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0" dur="750" fill="hold"/>
                                        <p:tgtEl>
                                          <p:spTgt spid="8"/>
                                        </p:tgtEl>
                                      </p:cBhvr>
                                      <p:by x="700000" y="7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 nodePh="1">
                                  <p:stCondLst>
                                    <p:cond delay="275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3" grpId="1" animBg="1"/>
      <p:bldP spid="3" grpId="2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 animBg="1"/>
      <p:bldP spid="8" grpId="1" animBg="1"/>
      <p:bldP spid="8" grpId="2" animBg="1"/>
      <p:bldP spid="15" grpId="0"/>
      <p:bldP spid="16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31775"/>
            <a:ext cx="7740650" cy="53975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PH" dirty="0"/>
              <a:t>1. Click on the User Management Tab below your Profile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29D3B0-C403-DA41-B64B-F7C4B4A5562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2163" y="844550"/>
            <a:ext cx="7740650" cy="3725863"/>
          </a:xfrm>
        </p:spPr>
        <p:txBody>
          <a:bodyPr/>
          <a:lstStyle/>
          <a:p>
            <a:pPr marL="342900" lvl="1" indent="0">
              <a:buNone/>
              <a:defRPr/>
            </a:pPr>
            <a:endParaRPr lang="en-PH" dirty="0"/>
          </a:p>
          <a:p>
            <a:pPr marL="342900" indent="-342900">
              <a:buAutoNum type="arabicPeriod"/>
              <a:defRPr/>
            </a:pPr>
            <a:endParaRPr lang="en-PH" dirty="0"/>
          </a:p>
          <a:p>
            <a:pPr marL="342900" indent="-342900">
              <a:buAutoNum type="arabicPeriod"/>
              <a:defRPr/>
            </a:pP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FB16C8-4154-6EFF-5665-4A98A1DD23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48" b="4548"/>
          <a:stretch/>
        </p:blipFill>
        <p:spPr>
          <a:xfrm>
            <a:off x="709285" y="719549"/>
            <a:ext cx="7725432" cy="39758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4187B6-8E69-DE48-1A5C-38FE814E1F6B}"/>
              </a:ext>
            </a:extLst>
          </p:cNvPr>
          <p:cNvSpPr/>
          <p:nvPr/>
        </p:nvSpPr>
        <p:spPr>
          <a:xfrm>
            <a:off x="709284" y="4201511"/>
            <a:ext cx="1032806" cy="24608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ln w="28575">
                <a:solidFill>
                  <a:schemeClr val="tx1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BDDDC567-3B41-03CE-0FAF-26E2B7F22E85}"/>
              </a:ext>
            </a:extLst>
          </p:cNvPr>
          <p:cNvSpPr/>
          <p:nvPr/>
        </p:nvSpPr>
        <p:spPr>
          <a:xfrm>
            <a:off x="1359499" y="3299429"/>
            <a:ext cx="1647497" cy="654269"/>
          </a:xfrm>
          <a:prstGeom prst="wedgeRectCallout">
            <a:avLst>
              <a:gd name="adj1" fmla="val -42255"/>
              <a:gd name="adj2" fmla="val 80889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endParaRPr kumimoji="1" lang="en-US" sz="16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4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31775"/>
            <a:ext cx="7740650" cy="53975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PH" dirty="0"/>
              <a:t>2. Click the Kebab Menu Button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29D3B0-C403-DA41-B64B-F7C4B4A5562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2163" y="844550"/>
            <a:ext cx="7740650" cy="3725863"/>
          </a:xfrm>
        </p:spPr>
        <p:txBody>
          <a:bodyPr/>
          <a:lstStyle/>
          <a:p>
            <a:pPr marL="342900" lvl="1" indent="0">
              <a:buNone/>
              <a:defRPr/>
            </a:pPr>
            <a:endParaRPr lang="en-PH" dirty="0"/>
          </a:p>
          <a:p>
            <a:pPr marL="342900" indent="-342900">
              <a:buAutoNum type="arabicPeriod"/>
              <a:defRPr/>
            </a:pPr>
            <a:endParaRPr lang="en-PH" dirty="0"/>
          </a:p>
          <a:p>
            <a:pPr marL="342900" indent="-342900">
              <a:buAutoNum type="arabicPeriod"/>
              <a:defRPr/>
            </a:pP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1ABDC-670A-F230-F94E-8E94D0FF08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66652" y="741521"/>
            <a:ext cx="7610695" cy="3931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8B97EE-9D49-3E0B-42CE-89A622478B1E}"/>
              </a:ext>
            </a:extLst>
          </p:cNvPr>
          <p:cNvSpPr/>
          <p:nvPr/>
        </p:nvSpPr>
        <p:spPr>
          <a:xfrm>
            <a:off x="8137136" y="3034534"/>
            <a:ext cx="126539" cy="14073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62115FDC-3E61-8A9A-008E-65556E456018}"/>
              </a:ext>
            </a:extLst>
          </p:cNvPr>
          <p:cNvSpPr/>
          <p:nvPr/>
        </p:nvSpPr>
        <p:spPr>
          <a:xfrm>
            <a:off x="6552908" y="3435587"/>
            <a:ext cx="1647497" cy="654269"/>
          </a:xfrm>
          <a:prstGeom prst="wedgeRectCallout">
            <a:avLst>
              <a:gd name="adj1" fmla="val 41486"/>
              <a:gd name="adj2" fmla="val -82163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endParaRPr kumimoji="1" lang="en-US" sz="16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83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31775"/>
            <a:ext cx="7740650" cy="53975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PH" dirty="0"/>
              <a:t>3. Click the Delete Button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29D3B0-C403-DA41-B64B-F7C4B4A5562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2163" y="844550"/>
            <a:ext cx="7740650" cy="3725863"/>
          </a:xfrm>
        </p:spPr>
        <p:txBody>
          <a:bodyPr/>
          <a:lstStyle/>
          <a:p>
            <a:pPr marL="342900" lvl="1" indent="0">
              <a:buNone/>
              <a:defRPr/>
            </a:pPr>
            <a:endParaRPr lang="en-PH" dirty="0"/>
          </a:p>
          <a:p>
            <a:pPr marL="342900" indent="-342900">
              <a:buAutoNum type="arabicPeriod"/>
              <a:defRPr/>
            </a:pPr>
            <a:endParaRPr lang="en-PH" dirty="0"/>
          </a:p>
          <a:p>
            <a:pPr marL="342900" indent="-342900">
              <a:buAutoNum type="arabicPeriod"/>
              <a:defRPr/>
            </a:pP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1ABDC-670A-F230-F94E-8E94D0FF08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2474" y="741521"/>
            <a:ext cx="7659052" cy="3931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8B97EE-9D49-3E0B-42CE-89A622478B1E}"/>
              </a:ext>
            </a:extLst>
          </p:cNvPr>
          <p:cNvSpPr/>
          <p:nvPr/>
        </p:nvSpPr>
        <p:spPr>
          <a:xfrm>
            <a:off x="7581455" y="3280293"/>
            <a:ext cx="678001" cy="20854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62115FDC-3E61-8A9A-008E-65556E456018}"/>
              </a:ext>
            </a:extLst>
          </p:cNvPr>
          <p:cNvSpPr/>
          <p:nvPr/>
        </p:nvSpPr>
        <p:spPr>
          <a:xfrm>
            <a:off x="5995924" y="3702492"/>
            <a:ext cx="1647497" cy="654269"/>
          </a:xfrm>
          <a:prstGeom prst="wedgeRectCallout">
            <a:avLst>
              <a:gd name="adj1" fmla="val 41486"/>
              <a:gd name="adj2" fmla="val -82163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endParaRPr kumimoji="1" lang="en-US" sz="16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854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3C7717-737C-96BF-6365-06E942C41F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4880" y="605790"/>
            <a:ext cx="7634238" cy="3931920"/>
          </a:xfrm>
          <a:prstGeom prst="rect">
            <a:avLst/>
          </a:prstGeom>
        </p:spPr>
      </p:pic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08126"/>
            <a:ext cx="7740650" cy="53975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PH" dirty="0"/>
              <a:t>4. Click the Remove User Button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36A6DB-1231-5796-12C2-FFB4030224B9}"/>
              </a:ext>
            </a:extLst>
          </p:cNvPr>
          <p:cNvSpPr/>
          <p:nvPr/>
        </p:nvSpPr>
        <p:spPr>
          <a:xfrm>
            <a:off x="5037220" y="2710563"/>
            <a:ext cx="529389" cy="197069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16A60B13-E7C3-A25E-044D-F412F8E8DF08}"/>
              </a:ext>
            </a:extLst>
          </p:cNvPr>
          <p:cNvSpPr/>
          <p:nvPr/>
        </p:nvSpPr>
        <p:spPr>
          <a:xfrm>
            <a:off x="5709976" y="1620252"/>
            <a:ext cx="1725540" cy="713321"/>
          </a:xfrm>
          <a:prstGeom prst="wedgeRectCallout">
            <a:avLst>
              <a:gd name="adj1" fmla="val -54488"/>
              <a:gd name="adj2" fmla="val 97809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20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endParaRPr kumimoji="1" lang="en-US" sz="20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084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2" y="176118"/>
            <a:ext cx="7914515" cy="539750"/>
          </a:xfrm>
        </p:spPr>
        <p:txBody>
          <a:bodyPr/>
          <a:lstStyle/>
          <a:p>
            <a:pPr lvl="1">
              <a:defRPr/>
            </a:pPr>
            <a:r>
              <a:rPr lang="en-PH" dirty="0"/>
              <a:t>5. Check for Confirmation and if User is added to the Group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00A0A1-0B6E-81A2-E1D7-6B5CE80735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7013" y="610114"/>
            <a:ext cx="7649973" cy="39232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24734A-3CF9-A856-3B5C-7136EEF70FBD}"/>
              </a:ext>
            </a:extLst>
          </p:cNvPr>
          <p:cNvSpPr/>
          <p:nvPr/>
        </p:nvSpPr>
        <p:spPr>
          <a:xfrm>
            <a:off x="7060758" y="605790"/>
            <a:ext cx="1208599" cy="30065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567A09-B976-2970-D11E-2132562077F6}"/>
              </a:ext>
            </a:extLst>
          </p:cNvPr>
          <p:cNvSpPr/>
          <p:nvPr/>
        </p:nvSpPr>
        <p:spPr>
          <a:xfrm>
            <a:off x="1822174" y="2797407"/>
            <a:ext cx="6518744" cy="24152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CB2AAECF-422C-2E87-5623-1E32A780B458}"/>
              </a:ext>
            </a:extLst>
          </p:cNvPr>
          <p:cNvSpPr/>
          <p:nvPr/>
        </p:nvSpPr>
        <p:spPr>
          <a:xfrm>
            <a:off x="4675367" y="985962"/>
            <a:ext cx="2083242" cy="1094548"/>
          </a:xfrm>
          <a:prstGeom prst="wedgeRectCallout">
            <a:avLst>
              <a:gd name="adj1" fmla="val 62333"/>
              <a:gd name="adj2" fmla="val -51819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2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will pop-up if user is successfully removed</a:t>
            </a:r>
            <a:endParaRPr kumimoji="1" lang="en-US" sz="12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0D9C3DB4-A66F-363B-887E-BE0515E7547E}"/>
              </a:ext>
            </a:extLst>
          </p:cNvPr>
          <p:cNvSpPr/>
          <p:nvPr/>
        </p:nvSpPr>
        <p:spPr>
          <a:xfrm>
            <a:off x="3683944" y="3641200"/>
            <a:ext cx="2130950" cy="1032675"/>
          </a:xfrm>
          <a:prstGeom prst="wedgeRectCallout">
            <a:avLst>
              <a:gd name="adj1" fmla="val -32502"/>
              <a:gd name="adj2" fmla="val -100612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will also disappear in the list</a:t>
            </a:r>
            <a:endParaRPr kumimoji="1" lang="en-US" sz="14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580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図 4">
            <a:extLst>
              <a:ext uri="{FF2B5EF4-FFF2-40B4-BE49-F238E27FC236}">
                <a16:creationId xmlns:a16="http://schemas.microsoft.com/office/drawing/2014/main" id="{FBD9A9C2-AD07-1D42-B745-8EC822CE9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9" t="6126" r="12526" b="6126"/>
          <a:stretch>
            <a:fillRect/>
          </a:stretch>
        </p:blipFill>
        <p:spPr bwMode="auto">
          <a:xfrm>
            <a:off x="0" y="-14288"/>
            <a:ext cx="9144000" cy="517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図 1" descr="Kawasaki_GroupBrandMark_Plain.png">
            <a:extLst>
              <a:ext uri="{FF2B5EF4-FFF2-40B4-BE49-F238E27FC236}">
                <a16:creationId xmlns:a16="http://schemas.microsoft.com/office/drawing/2014/main" id="{99A91FCA-7CD9-964B-854F-EFE4BF9D3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98675" y="1914525"/>
            <a:ext cx="4946650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HI_C">
  <a:themeElements>
    <a:clrScheme name="ユーザー定義 36">
      <a:dk1>
        <a:srgbClr val="000000"/>
      </a:dk1>
      <a:lt1>
        <a:srgbClr val="FFFFFF"/>
      </a:lt1>
      <a:dk2>
        <a:srgbClr val="4C4948"/>
      </a:dk2>
      <a:lt2>
        <a:srgbClr val="E60012"/>
      </a:lt2>
      <a:accent1>
        <a:srgbClr val="AAA282"/>
      </a:accent1>
      <a:accent2>
        <a:srgbClr val="5CB5AA"/>
      </a:accent2>
      <a:accent3>
        <a:srgbClr val="215787"/>
      </a:accent3>
      <a:accent4>
        <a:srgbClr val="E67400"/>
      </a:accent4>
      <a:accent5>
        <a:srgbClr val="72A1C7"/>
      </a:accent5>
      <a:accent6>
        <a:srgbClr val="EFEFEF"/>
      </a:accent6>
      <a:hlink>
        <a:srgbClr val="C13932"/>
      </a:hlink>
      <a:folHlink>
        <a:srgbClr val="9C7399"/>
      </a:folHlink>
    </a:clrScheme>
    <a:fontScheme name="KHI_E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Aft>
            <a:spcPts val="600"/>
          </a:spcAft>
          <a:defRPr kumimoji="1" sz="1600" b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kumimoji="1" sz="1600" b="0" dirty="0" err="1" smtClean="0">
            <a:solidFill>
              <a:schemeClr val="tx2"/>
            </a:solidFill>
            <a:latin typeface="+mn-lt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ホワイ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9dc5e7-618f-444d-808a-61bb7cec6335">
      <Terms xmlns="http://schemas.microsoft.com/office/infopath/2007/PartnerControls"/>
    </lcf76f155ced4ddcb4097134ff3c332f>
    <TaxCatchAll xmlns="7934c994-c2cf-4d87-afb0-d00ece1f7f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67CB5AA1241349BDC6D34FD1EBBA49" ma:contentTypeVersion="10" ma:contentTypeDescription="Create a new document." ma:contentTypeScope="" ma:versionID="de0d051b04a53fea81b1cbbb4f4fdc57">
  <xsd:schema xmlns:xsd="http://www.w3.org/2001/XMLSchema" xmlns:xs="http://www.w3.org/2001/XMLSchema" xmlns:p="http://schemas.microsoft.com/office/2006/metadata/properties" xmlns:ns2="559dc5e7-618f-444d-808a-61bb7cec6335" xmlns:ns3="7934c994-c2cf-4d87-afb0-d00ece1f7f75" targetNamespace="http://schemas.microsoft.com/office/2006/metadata/properties" ma:root="true" ma:fieldsID="e62511388a85f325bccde7358edf48cf" ns2:_="" ns3:_="">
    <xsd:import namespace="559dc5e7-618f-444d-808a-61bb7cec6335"/>
    <xsd:import namespace="7934c994-c2cf-4d87-afb0-d00ece1f7f7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9dc5e7-618f-444d-808a-61bb7cec633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78296116-7562-436d-8967-84e4a62cae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4c994-c2cf-4d87-afb0-d00ece1f7f7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7165a0b5-641e-4793-9571-396dcaf0f1b9}" ma:internalName="TaxCatchAll" ma:showField="CatchAllData" ma:web="7934c994-c2cf-4d87-afb0-d00ece1f7f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6A28AF-4F81-4069-9F51-EB3204EAF5C3}">
  <ds:schemaRefs>
    <ds:schemaRef ds:uri="http://schemas.microsoft.com/office/2006/metadata/properties"/>
    <ds:schemaRef ds:uri="http://schemas.microsoft.com/office/infopath/2007/PartnerControls"/>
    <ds:schemaRef ds:uri="559dc5e7-618f-444d-808a-61bb7cec6335"/>
    <ds:schemaRef ds:uri="7934c994-c2cf-4d87-afb0-d00ece1f7f75"/>
  </ds:schemaRefs>
</ds:datastoreItem>
</file>

<file path=customXml/itemProps2.xml><?xml version="1.0" encoding="utf-8"?>
<ds:datastoreItem xmlns:ds="http://schemas.openxmlformats.org/officeDocument/2006/customXml" ds:itemID="{7CD7E0DD-4006-48A3-9AD3-8A65F884B3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2B21AD-3CA8-48E3-99D4-B565A66585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9dc5e7-618f-444d-808a-61bb7cec6335"/>
    <ds:schemaRef ds:uri="7934c994-c2cf-4d87-afb0-d00ece1f7f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4389</TotalTime>
  <Words>84</Words>
  <Application>Microsoft Office PowerPoint</Application>
  <PresentationFormat>On-screen Show (16:9)</PresentationFormat>
  <Paragraphs>20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ＭＳ Ｐゴシック</vt:lpstr>
      <vt:lpstr>Arial</vt:lpstr>
      <vt:lpstr>Verdana</vt:lpstr>
      <vt:lpstr>Wingdings</vt:lpstr>
      <vt:lpstr>KHI_C</vt:lpstr>
      <vt:lpstr>Toraberu – How to Delete User</vt:lpstr>
      <vt:lpstr>1. Click on the User Management Tab below your Profile</vt:lpstr>
      <vt:lpstr>2. Click the Kebab Menu Button</vt:lpstr>
      <vt:lpstr>3. Click the Delete Button</vt:lpstr>
      <vt:lpstr>4. Click the Remove User Button</vt:lpstr>
      <vt:lpstr>5. Check for Confirmation and if User is added to the Group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>Kawasaki Heavy Industries, Ltd.</dc:creator>
  <cp:keywords/>
  <dc:description/>
  <cp:lastModifiedBy>REYES,Dave/ＲＥＹＥＳ ＤＡＶＥ　Ｃ．</cp:lastModifiedBy>
  <cp:revision>478</cp:revision>
  <cp:lastPrinted>2013-05-14T09:54:16Z</cp:lastPrinted>
  <dcterms:created xsi:type="dcterms:W3CDTF">2010-04-05T07:36:26Z</dcterms:created>
  <dcterms:modified xsi:type="dcterms:W3CDTF">2024-08-21T07:59:22Z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0x010100BD67CB5AA1241349BDC6D34FD1EBBA49</vt:lpwstr>
  </property>
</Properties>
</file>