
<file path=[Content_Types].xml><?xml version="1.0" encoding="utf-8"?>
<Types xmlns="http://schemas.openxmlformats.org/package/2006/content-types">
  <Default Extension="emf" ContentType="image/x-emf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91" r:id="rId4"/>
  </p:sldMasterIdLst>
  <p:notesMasterIdLst>
    <p:notesMasterId r:id="rId22"/>
  </p:notesMasterIdLst>
  <p:handoutMasterIdLst>
    <p:handoutMasterId r:id="rId23"/>
  </p:handoutMasterIdLst>
  <p:sldIdLst>
    <p:sldId id="331" r:id="rId5"/>
    <p:sldId id="337" r:id="rId6"/>
    <p:sldId id="334" r:id="rId7"/>
    <p:sldId id="335" r:id="rId8"/>
    <p:sldId id="336" r:id="rId9"/>
    <p:sldId id="332" r:id="rId10"/>
    <p:sldId id="338" r:id="rId11"/>
    <p:sldId id="342" r:id="rId12"/>
    <p:sldId id="343" r:id="rId13"/>
    <p:sldId id="339" r:id="rId14"/>
    <p:sldId id="340" r:id="rId15"/>
    <p:sldId id="341" r:id="rId16"/>
    <p:sldId id="349" r:id="rId17"/>
    <p:sldId id="347" r:id="rId18"/>
    <p:sldId id="344" r:id="rId19"/>
    <p:sldId id="348" r:id="rId20"/>
    <p:sldId id="312" r:id="rId21"/>
  </p:sldIdLst>
  <p:sldSz cx="9144000" cy="5143500" type="screen16x9"/>
  <p:notesSz cx="6888163" cy="10020300"/>
  <p:defaultTextStyle>
    <a:defPPr>
      <a:defRPr lang="ja-JP"/>
    </a:defPPr>
    <a:lvl1pPr algn="l" rtl="0" eaLnBrk="0" fontAlgn="base" hangingPunct="0">
      <a:spcBef>
        <a:spcPct val="0"/>
      </a:spcBef>
      <a:spcAft>
        <a:spcPct val="0"/>
      </a:spcAft>
      <a:defRPr kumimoji="1" sz="2400" b="1" kern="1200">
        <a:solidFill>
          <a:schemeClr val="tx1"/>
        </a:solidFill>
        <a:latin typeface="Verdana" panose="020B0604030504040204" pitchFamily="34" charset="0"/>
        <a:ea typeface="ＭＳ Ｐゴシック" panose="020B0600070205080204" pitchFamily="34" charset="-128"/>
        <a:cs typeface="+mn-cs"/>
      </a:defRPr>
    </a:lvl1pPr>
    <a:lvl2pPr marL="457200" algn="l" rtl="0" eaLnBrk="0" fontAlgn="base" hangingPunct="0">
      <a:spcBef>
        <a:spcPct val="0"/>
      </a:spcBef>
      <a:spcAft>
        <a:spcPct val="0"/>
      </a:spcAft>
      <a:defRPr kumimoji="1" sz="2400" b="1" kern="1200">
        <a:solidFill>
          <a:schemeClr val="tx1"/>
        </a:solidFill>
        <a:latin typeface="Verdana" panose="020B0604030504040204" pitchFamily="34" charset="0"/>
        <a:ea typeface="ＭＳ Ｐゴシック" panose="020B0600070205080204" pitchFamily="34" charset="-128"/>
        <a:cs typeface="+mn-cs"/>
      </a:defRPr>
    </a:lvl2pPr>
    <a:lvl3pPr marL="914400" algn="l" rtl="0" eaLnBrk="0" fontAlgn="base" hangingPunct="0">
      <a:spcBef>
        <a:spcPct val="0"/>
      </a:spcBef>
      <a:spcAft>
        <a:spcPct val="0"/>
      </a:spcAft>
      <a:defRPr kumimoji="1" sz="2400" b="1" kern="1200">
        <a:solidFill>
          <a:schemeClr val="tx1"/>
        </a:solidFill>
        <a:latin typeface="Verdana" panose="020B0604030504040204" pitchFamily="34" charset="0"/>
        <a:ea typeface="ＭＳ Ｐゴシック" panose="020B0600070205080204" pitchFamily="34" charset="-128"/>
        <a:cs typeface="+mn-cs"/>
      </a:defRPr>
    </a:lvl3pPr>
    <a:lvl4pPr marL="1371600" algn="l" rtl="0" eaLnBrk="0" fontAlgn="base" hangingPunct="0">
      <a:spcBef>
        <a:spcPct val="0"/>
      </a:spcBef>
      <a:spcAft>
        <a:spcPct val="0"/>
      </a:spcAft>
      <a:defRPr kumimoji="1" sz="2400" b="1" kern="1200">
        <a:solidFill>
          <a:schemeClr val="tx1"/>
        </a:solidFill>
        <a:latin typeface="Verdana" panose="020B0604030504040204" pitchFamily="34" charset="0"/>
        <a:ea typeface="ＭＳ Ｐゴシック" panose="020B0600070205080204" pitchFamily="34" charset="-128"/>
        <a:cs typeface="+mn-cs"/>
      </a:defRPr>
    </a:lvl4pPr>
    <a:lvl5pPr marL="1828800" algn="l" rtl="0" eaLnBrk="0" fontAlgn="base" hangingPunct="0">
      <a:spcBef>
        <a:spcPct val="0"/>
      </a:spcBef>
      <a:spcAft>
        <a:spcPct val="0"/>
      </a:spcAft>
      <a:defRPr kumimoji="1" sz="2400" b="1" kern="1200">
        <a:solidFill>
          <a:schemeClr val="tx1"/>
        </a:solidFill>
        <a:latin typeface="Verdana" panose="020B0604030504040204" pitchFamily="34" charset="0"/>
        <a:ea typeface="ＭＳ Ｐゴシック" panose="020B0600070205080204" pitchFamily="34" charset="-128"/>
        <a:cs typeface="+mn-cs"/>
      </a:defRPr>
    </a:lvl5pPr>
    <a:lvl6pPr marL="2286000" algn="l" defTabSz="914400" rtl="0" eaLnBrk="1" latinLnBrk="0" hangingPunct="1">
      <a:defRPr kumimoji="1" sz="2400" b="1" kern="1200">
        <a:solidFill>
          <a:schemeClr val="tx1"/>
        </a:solidFill>
        <a:latin typeface="Verdana" panose="020B0604030504040204" pitchFamily="34" charset="0"/>
        <a:ea typeface="ＭＳ Ｐゴシック" panose="020B0600070205080204" pitchFamily="34" charset="-128"/>
        <a:cs typeface="+mn-cs"/>
      </a:defRPr>
    </a:lvl6pPr>
    <a:lvl7pPr marL="2743200" algn="l" defTabSz="914400" rtl="0" eaLnBrk="1" latinLnBrk="0" hangingPunct="1">
      <a:defRPr kumimoji="1" sz="2400" b="1" kern="1200">
        <a:solidFill>
          <a:schemeClr val="tx1"/>
        </a:solidFill>
        <a:latin typeface="Verdana" panose="020B0604030504040204" pitchFamily="34" charset="0"/>
        <a:ea typeface="ＭＳ Ｐゴシック" panose="020B0600070205080204" pitchFamily="34" charset="-128"/>
        <a:cs typeface="+mn-cs"/>
      </a:defRPr>
    </a:lvl7pPr>
    <a:lvl8pPr marL="3200400" algn="l" defTabSz="914400" rtl="0" eaLnBrk="1" latinLnBrk="0" hangingPunct="1">
      <a:defRPr kumimoji="1" sz="2400" b="1" kern="1200">
        <a:solidFill>
          <a:schemeClr val="tx1"/>
        </a:solidFill>
        <a:latin typeface="Verdana" panose="020B0604030504040204" pitchFamily="34" charset="0"/>
        <a:ea typeface="ＭＳ Ｐゴシック" panose="020B0600070205080204" pitchFamily="34" charset="-128"/>
        <a:cs typeface="+mn-cs"/>
      </a:defRPr>
    </a:lvl8pPr>
    <a:lvl9pPr marL="3657600" algn="l" defTabSz="914400" rtl="0" eaLnBrk="1" latinLnBrk="0" hangingPunct="1">
      <a:defRPr kumimoji="1" sz="2400" b="1" kern="1200">
        <a:solidFill>
          <a:schemeClr val="tx1"/>
        </a:solidFill>
        <a:latin typeface="Verdana" panose="020B0604030504040204" pitchFamily="34" charset="0"/>
        <a:ea typeface="ＭＳ Ｐゴシック" panose="020B0600070205080204" pitchFamily="34" charset="-128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879">
          <p15:clr>
            <a:srgbClr val="A4A3A4"/>
          </p15:clr>
        </p15:guide>
        <p15:guide id="2" orient="horz" pos="1620">
          <p15:clr>
            <a:srgbClr val="A4A3A4"/>
          </p15:clr>
        </p15:guide>
        <p15:guide id="3" orient="horz" pos="395">
          <p15:clr>
            <a:srgbClr val="A4A3A4"/>
          </p15:clr>
        </p15:guide>
        <p15:guide id="4" orient="horz" pos="905">
          <p15:clr>
            <a:srgbClr val="A4A3A4"/>
          </p15:clr>
        </p15:guide>
        <p15:guide id="5" orient="horz" pos="532">
          <p15:clr>
            <a:srgbClr val="A4A3A4"/>
          </p15:clr>
        </p15:guide>
        <p15:guide id="6" orient="horz" pos="446">
          <p15:clr>
            <a:srgbClr val="A4A3A4"/>
          </p15:clr>
        </p15:guide>
        <p15:guide id="7" pos="725">
          <p15:clr>
            <a:srgbClr val="A4A3A4"/>
          </p15:clr>
        </p15:guide>
        <p15:guide id="8" pos="2880">
          <p15:clr>
            <a:srgbClr val="A4A3A4"/>
          </p15:clr>
        </p15:guide>
        <p15:guide id="9" pos="5538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3156">
          <p15:clr>
            <a:srgbClr val="A4A3A4"/>
          </p15:clr>
        </p15:guide>
        <p15:guide id="2" pos="2170">
          <p15:clr>
            <a:srgbClr val="A4A3A4"/>
          </p15:clr>
        </p15:guide>
      </p15:notes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DE67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スタイル/表のグリッド線なし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3C2FFA5D-87B4-456A-9821-1D502468CF0F}" styleName="テーマ 1 - アクセント 1">
    <a:tblBg>
      <a:fillRef idx="2">
        <a:schemeClr val="accent1"/>
      </a:fillRef>
      <a:effectRef idx="1">
        <a:schemeClr val="accent1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Ref idx="1">
              <a:schemeClr val="accent1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  <a:fill>
          <a:solidFill>
            <a:schemeClr val="accent1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1"/>
            </a:lnRef>
          </a:left>
          <a:right>
            <a:lnRef idx="2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2">
              <a:schemeClr val="accent1"/>
            </a:lnRef>
          </a:top>
          <a:bottom>
            <a:lnRef idx="2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firstRow>
  </a:tblStyle>
  <a:tblStyle styleId="{17292A2E-F333-43FB-9621-5CBBE7FDCDCB}" styleName="淡色 2 - アクセント 4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</a:tcBdr>
      </a:tcStyle>
    </a:band1H>
    <a:band1V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</a:tcBdr>
      </a:tcStyle>
    </a:band1V>
    <a:band2V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4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4"/>
        </a:fillRef>
      </a:tcStyle>
    </a:firstRow>
  </a:tblStyle>
  <a:tblStyle styleId="{793D81CF-94F2-401A-BA57-92F5A7B2D0C5}" styleName="中間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dk1"/>
              </a:solidFill>
            </a:ln>
          </a:left>
          <a:right>
            <a:ln w="12700" cmpd="sng">
              <a:solidFill>
                <a:schemeClr val="dk1"/>
              </a:solidFill>
            </a:ln>
          </a:right>
          <a:top>
            <a:ln w="12700" cmpd="sng">
              <a:solidFill>
                <a:schemeClr val="dk1"/>
              </a:solidFill>
            </a:ln>
          </a:top>
          <a:bottom>
            <a:ln w="12700" cmpd="sng">
              <a:solidFill>
                <a:schemeClr val="dk1"/>
              </a:solidFill>
            </a:ln>
          </a:bottom>
          <a:insideH>
            <a:ln w="12700" cmpd="sng">
              <a:solidFill>
                <a:schemeClr val="dk1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firstRow>
  </a:tblStyle>
  <a:tblStyle styleId="{B301B821-A1FF-4177-AEE7-76D212191A09}" styleName="中間 1 - アクセント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1">
              <a:tint val="20000"/>
            </a:schemeClr>
          </a:solidFill>
        </a:fill>
      </a:tcStyle>
    </a:band1H>
    <a:band1V>
      <a:tcStyle>
        <a:tcBdr/>
        <a:fill>
          <a:solidFill>
            <a:schemeClr val="accent1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firstRow>
  </a:tblStyle>
  <a:tblStyle styleId="{D113A9D2-9D6B-4929-AA2D-F23B5EE8CBE7}" styleName="テーマ 2 - アクセント 1">
    <a:tblBg>
      <a:fillRef idx="3">
        <a:schemeClr val="accent1"/>
      </a:fillRef>
      <a:effectRef idx="3">
        <a:schemeClr val="accent1"/>
      </a:effectRef>
    </a:tblBg>
    <a:wholeTbl>
      <a:tcTxStyle>
        <a:fontRef idx="minor">
          <a:scrgbClr r="0" g="0" b="0"/>
        </a:fontRef>
        <a:schemeClr val="lt1"/>
      </a:tcTxStyle>
      <a:tcStyle>
        <a:tcBdr>
          <a:left>
            <a:lnRef idx="1">
              <a:schemeClr val="accent1">
                <a:tint val="50000"/>
              </a:schemeClr>
            </a:lnRef>
          </a:left>
          <a:right>
            <a:lnRef idx="1">
              <a:schemeClr val="accent1">
                <a:tint val="50000"/>
              </a:schemeClr>
            </a:lnRef>
          </a:right>
          <a:top>
            <a:lnRef idx="1">
              <a:schemeClr val="accent1">
                <a:tint val="50000"/>
              </a:schemeClr>
            </a:lnRef>
          </a:top>
          <a:bottom>
            <a:lnRef idx="1">
              <a:schemeClr val="accent1">
                <a:tint val="50000"/>
              </a:schemeClr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lt1">
              <a:alpha val="20000"/>
            </a:schemeClr>
          </a:solidFill>
        </a:fill>
      </a:tcStyle>
    </a:band1H>
    <a:band1V>
      <a:tcStyle>
        <a:tcBdr/>
        <a:fill>
          <a:solidFill>
            <a:schemeClr val="lt1">
              <a:alpha val="20000"/>
            </a:schemeClr>
          </a:solidFill>
        </a:fill>
      </a:tcStyle>
    </a:band1V>
    <a:lastCol>
      <a:tcTxStyle b="on"/>
      <a:tcStyle>
        <a:tcBdr>
          <a:left>
            <a:lnRef idx="2">
              <a:schemeClr val="lt1"/>
            </a:lnRef>
          </a:left>
        </a:tcBdr>
      </a:tcStyle>
    </a:lastCol>
    <a:firstCol>
      <a:tcTxStyle b="on"/>
      <a:tcStyle>
        <a:tcBdr>
          <a:right>
            <a:lnRef idx="2">
              <a:schemeClr val="lt1"/>
            </a:lnRef>
          </a:right>
        </a:tcBdr>
      </a:tcStyle>
    </a:firstCol>
    <a:lastRow>
      <a:tcTxStyle b="on"/>
      <a:tcStyle>
        <a:tcBdr>
          <a:top>
            <a:lnRef idx="2">
              <a:schemeClr val="lt1"/>
            </a:lnRef>
          </a:top>
        </a:tcBdr>
        <a:fill>
          <a:noFill/>
        </a:fill>
      </a:tcStyle>
    </a:lastRow>
    <a:seCell>
      <a:tcStyle>
        <a:tcBdr>
          <a:left>
            <a:ln>
              <a:noFill/>
            </a:ln>
          </a:left>
          <a:top>
            <a:ln>
              <a:noFill/>
            </a:ln>
          </a:top>
        </a:tcBdr>
      </a:tcStyle>
    </a:seCell>
    <a:swCell>
      <a:tcStyle>
        <a:tcBdr>
          <a:right>
            <a:ln>
              <a:noFill/>
            </a:ln>
          </a:right>
          <a:top>
            <a:ln>
              <a:noFill/>
            </a:ln>
          </a:top>
        </a:tcBdr>
      </a:tcStyle>
    </a:swCell>
    <a:firstRow>
      <a:tcTxStyle b="on"/>
      <a:tcStyle>
        <a:tcBdr>
          <a:bottom>
            <a:lnRef idx="3">
              <a:schemeClr val="lt1"/>
            </a:lnRef>
          </a:bottom>
        </a:tcBdr>
        <a:fill>
          <a:noFill/>
        </a:fill>
      </a:tcStyle>
    </a:firstRow>
    <a:neCell>
      <a:tcStyle>
        <a:tcBdr>
          <a:bottom>
            <a:ln>
              <a:noFill/>
            </a:ln>
          </a:bottom>
        </a:tcBdr>
      </a:tcStyle>
    </a:neCell>
  </a:tblStyle>
  <a:tblStyle styleId="{5940675A-B579-460E-94D1-54222C63F5DA}" styleName="スタイルなし/グリッド線あり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18603FDC-E32A-4AB5-989C-0864C3EAD2B8}" styleName="テーマ 2 - アクセント 2">
    <a:tblBg>
      <a:fillRef idx="3">
        <a:schemeClr val="accent2"/>
      </a:fillRef>
      <a:effectRef idx="3">
        <a:schemeClr val="accent2"/>
      </a:effectRef>
    </a:tblBg>
    <a:wholeTbl>
      <a:tcTxStyle>
        <a:fontRef idx="minor">
          <a:scrgbClr r="0" g="0" b="0"/>
        </a:fontRef>
        <a:schemeClr val="lt1"/>
      </a:tcTxStyle>
      <a:tcStyle>
        <a:tcBdr>
          <a:left>
            <a:lnRef idx="1">
              <a:schemeClr val="accent2">
                <a:tint val="50000"/>
              </a:schemeClr>
            </a:lnRef>
          </a:left>
          <a:right>
            <a:lnRef idx="1">
              <a:schemeClr val="accent2">
                <a:tint val="50000"/>
              </a:schemeClr>
            </a:lnRef>
          </a:right>
          <a:top>
            <a:lnRef idx="1">
              <a:schemeClr val="accent2">
                <a:tint val="50000"/>
              </a:schemeClr>
            </a:lnRef>
          </a:top>
          <a:bottom>
            <a:lnRef idx="1">
              <a:schemeClr val="accent2">
                <a:tint val="50000"/>
              </a:schemeClr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lt1">
              <a:alpha val="20000"/>
            </a:schemeClr>
          </a:solidFill>
        </a:fill>
      </a:tcStyle>
    </a:band1H>
    <a:band1V>
      <a:tcStyle>
        <a:tcBdr/>
        <a:fill>
          <a:solidFill>
            <a:schemeClr val="lt1">
              <a:alpha val="20000"/>
            </a:schemeClr>
          </a:solidFill>
        </a:fill>
      </a:tcStyle>
    </a:band1V>
    <a:lastCol>
      <a:tcTxStyle b="on"/>
      <a:tcStyle>
        <a:tcBdr>
          <a:left>
            <a:lnRef idx="2">
              <a:schemeClr val="lt1"/>
            </a:lnRef>
          </a:left>
        </a:tcBdr>
      </a:tcStyle>
    </a:lastCol>
    <a:firstCol>
      <a:tcTxStyle b="on"/>
      <a:tcStyle>
        <a:tcBdr>
          <a:right>
            <a:lnRef idx="2">
              <a:schemeClr val="lt1"/>
            </a:lnRef>
          </a:right>
        </a:tcBdr>
      </a:tcStyle>
    </a:firstCol>
    <a:lastRow>
      <a:tcTxStyle b="on"/>
      <a:tcStyle>
        <a:tcBdr>
          <a:top>
            <a:lnRef idx="2">
              <a:schemeClr val="lt1"/>
            </a:lnRef>
          </a:top>
        </a:tcBdr>
        <a:fill>
          <a:noFill/>
        </a:fill>
      </a:tcStyle>
    </a:lastRow>
    <a:seCell>
      <a:tcStyle>
        <a:tcBdr>
          <a:left>
            <a:ln>
              <a:noFill/>
            </a:ln>
          </a:left>
          <a:top>
            <a:ln>
              <a:noFill/>
            </a:ln>
          </a:top>
        </a:tcBdr>
      </a:tcStyle>
    </a:seCell>
    <a:swCell>
      <a:tcStyle>
        <a:tcBdr>
          <a:right>
            <a:ln>
              <a:noFill/>
            </a:ln>
          </a:right>
          <a:top>
            <a:ln>
              <a:noFill/>
            </a:ln>
          </a:top>
        </a:tcBdr>
      </a:tcStyle>
    </a:swCell>
    <a:firstRow>
      <a:tcTxStyle b="on"/>
      <a:tcStyle>
        <a:tcBdr>
          <a:bottom>
            <a:lnRef idx="3">
              <a:schemeClr val="lt1"/>
            </a:lnRef>
          </a:bottom>
        </a:tcBdr>
        <a:fill>
          <a:noFill/>
        </a:fill>
      </a:tcStyle>
    </a:firstRow>
    <a:neCell>
      <a:tcStyle>
        <a:tcBdr>
          <a:bottom>
            <a:ln>
              <a:noFill/>
            </a:ln>
          </a:bottom>
        </a:tcBdr>
      </a:tcStyle>
    </a:neCell>
  </a:tblStyle>
  <a:tblStyle styleId="{9D7B26C5-4107-4FEC-AEDC-1716B250A1EF}" styleName="淡色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  <a:tblStyle styleId="{3B4B98B0-60AC-42C2-AFA5-B58CD77FA1E5}" styleName="淡色 1 - アクセント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  <a:tblStyle styleId="{C083E6E3-FA7D-4D7B-A595-EF9225AFEA82}" styleName="淡色 1 - アクセント 3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3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3"/>
              </a:solidFill>
            </a:ln>
          </a:bottom>
        </a:tcBdr>
        <a:fill>
          <a:noFill/>
        </a:fill>
      </a:tcStyle>
    </a:firstRow>
  </a:tblStyle>
  <a:tblStyle styleId="{68D230F3-CF80-4859-8CE7-A43EE81993B5}" styleName="淡色 1 - アクセント 6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6"/>
              </a:solidFill>
            </a:ln>
          </a:top>
          <a:bottom>
            <a:ln w="12700" cmpd="sng">
              <a:solidFill>
                <a:schemeClr val="accent6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6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6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6"/>
              </a:solidFill>
            </a:ln>
          </a:bottom>
        </a:tcBdr>
        <a:fill>
          <a:noFill/>
        </a:fill>
      </a:tcStyle>
    </a:firstRow>
  </a:tblStyle>
  <a:tblStyle styleId="{7E9639D4-E3E2-4D34-9284-5A2195B3D0D7}" styleName="淡色 2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  <a:top>
            <a:lnRef idx="1">
              <a:schemeClr val="tx1"/>
            </a:lnRef>
          </a:top>
          <a:bottom>
            <a:lnRef idx="1">
              <a:schemeClr val="tx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tx1"/>
            </a:lnRef>
          </a:top>
          <a:bottom>
            <a:lnRef idx="1">
              <a:schemeClr val="tx1"/>
            </a:lnRef>
          </a:bottom>
        </a:tcBdr>
      </a:tcStyle>
    </a:band1H>
    <a:band1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1V>
    <a:band2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tx1"/>
        </a:fillRef>
      </a:tcStyle>
    </a:firstRow>
  </a:tblStyle>
  <a:tblStyle styleId="{F2DE63D5-997A-4646-A377-4702673A728D}" styleName="淡色 2 - アクセント 3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</a:tcBdr>
      </a:tcStyle>
    </a:band1H>
    <a:band1V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</a:tcBdr>
      </a:tcStyle>
    </a:band1V>
    <a:band2V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3"/>
        </a:fillRef>
      </a:tcStyle>
    </a:firstRow>
  </a:tblStyle>
  <a:tblStyle styleId="{69C7853C-536D-4A76-A0AE-DD22124D55A5}" styleName="テーマ 1 - アクセント 3">
    <a:tblBg>
      <a:fillRef idx="2">
        <a:schemeClr val="accent3"/>
      </a:fillRef>
      <a:effectRef idx="1">
        <a:schemeClr val="accent3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Ref idx="1">
              <a:schemeClr val="accent3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</a:tcBdr>
        <a:fill>
          <a:solidFill>
            <a:schemeClr val="accent3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3"/>
            </a:lnRef>
          </a:left>
          <a:right>
            <a:lnRef idx="2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2">
              <a:schemeClr val="accent3"/>
            </a:lnRef>
          </a:top>
          <a:bottom>
            <a:lnRef idx="2">
              <a:schemeClr val="accent3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3"/>
          </a:solidFill>
        </a:fill>
      </a:tcStyle>
    </a:firstRow>
  </a:tblStyle>
  <a:tblStyle styleId="{616DA210-FB5B-4158-B5E0-FEB733F419BA}" styleName="淡色 3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  <a:tblStyle styleId="{E8034E78-7F5D-4C2E-B375-FC64B27BC917}" styleName="濃色 1">
    <a:wholeTbl>
      <a:tcTxStyle>
        <a:fontRef idx="minor">
          <a:scrgbClr r="0" g="0" b="0"/>
        </a:fontRef>
        <a:schemeClr val="lt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lastCol>
      <a:tcTxStyle b="on"/>
      <a:tcStyle>
        <a:tcBdr>
          <a:left>
            <a:ln w="25400" cmpd="sng">
              <a:solidFill>
                <a:schemeClr val="lt1"/>
              </a:solidFill>
            </a:ln>
          </a:left>
        </a:tcBdr>
        <a:fill>
          <a:solidFill>
            <a:schemeClr val="dk1">
              <a:tint val="60000"/>
            </a:schemeClr>
          </a:solidFill>
        </a:fill>
      </a:tcStyle>
    </a:lastCol>
    <a:firstCol>
      <a:tcTxStyle b="on"/>
      <a:tcStyle>
        <a:tcBdr>
          <a:right>
            <a:ln w="25400" cmpd="sng">
              <a:solidFill>
                <a:schemeClr val="lt1"/>
              </a:solidFill>
            </a:ln>
          </a:right>
        </a:tcBdr>
        <a:fill>
          <a:solidFill>
            <a:schemeClr val="dk1">
              <a:tint val="60000"/>
            </a:schemeClr>
          </a:solidFill>
        </a:fill>
      </a:tcStyle>
    </a:firstCol>
    <a:lastRow>
      <a:tcTxStyle b="on"/>
      <a:tcStyle>
        <a:tcBdr>
          <a:top>
            <a:ln w="25400" cmpd="sng">
              <a:solidFill>
                <a:schemeClr val="lt1"/>
              </a:solidFill>
            </a:ln>
          </a:top>
        </a:tcBdr>
        <a:fill>
          <a:solidFill>
            <a:schemeClr val="dk1">
              <a:tint val="60000"/>
            </a:schemeClr>
          </a:solidFill>
        </a:fill>
      </a:tcStyle>
    </a:lastRow>
    <a:seCell>
      <a:tcStyle>
        <a:tcBdr>
          <a:left>
            <a:ln>
              <a:noFill/>
            </a:ln>
          </a:left>
        </a:tcBdr>
      </a:tcStyle>
    </a:seCell>
    <a:swCell>
      <a:tcStyle>
        <a:tcBdr>
          <a:right>
            <a:ln>
              <a:noFill/>
            </a:ln>
          </a:right>
        </a:tcBdr>
      </a:tcStyle>
    </a:swCell>
    <a:firstRow>
      <a:tcTxStyle b="on"/>
      <a:tcStyle>
        <a:tcBdr>
          <a:bottom>
            <a:ln w="254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  <a:neCell>
      <a:tcStyle>
        <a:tcBdr>
          <a:left>
            <a:ln>
              <a:noFill/>
            </a:ln>
          </a:left>
        </a:tcBdr>
      </a:tcStyle>
    </a:neCell>
    <a:nwCell>
      <a:tcStyle>
        <a:tcBdr>
          <a:right>
            <a:ln>
              <a:noFill/>
            </a:ln>
          </a:right>
        </a:tcBdr>
      </a:tcStyle>
    </a:nwCell>
  </a:tblStyle>
  <a:tblStyle styleId="{72833802-FEF1-4C79-8D5D-14CF1EAF98D9}" styleName="淡色 2 - アクセント 2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</a:tcBdr>
      </a:tcStyle>
    </a:band1H>
    <a:band1V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</a:tcBdr>
      </a:tcStyle>
    </a:band1V>
    <a:band2V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2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2"/>
        </a:fillRef>
      </a:tcStyle>
    </a:firstRow>
  </a:tblStyle>
  <a:tblStyle styleId="{9DCAF9ED-07DC-4A11-8D7F-57B35C25682E}" styleName="中間 1 - アクセント 2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2"/>
              </a:solidFill>
            </a:ln>
          </a:left>
          <a:right>
            <a:ln w="12700" cmpd="sng">
              <a:solidFill>
                <a:schemeClr val="accent2"/>
              </a:solidFill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 w="12700" cmpd="sng">
              <a:solidFill>
                <a:schemeClr val="accent2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2">
              <a:tint val="20000"/>
            </a:schemeClr>
          </a:solidFill>
        </a:fill>
      </a:tcStyle>
    </a:band1H>
    <a:band1V>
      <a:tcStyle>
        <a:tcBdr/>
        <a:fill>
          <a:solidFill>
            <a:schemeClr val="accent2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2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2"/>
          </a:solidFill>
        </a:fill>
      </a:tcStyle>
    </a:firstRow>
  </a:tblStyle>
  <a:tblStyle styleId="{F5AB1C69-6EDB-4FF4-983F-18BD219EF322}" styleName="中間 2 - アクセント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85BE263C-DBD7-4A20-BB59-AAB30ACAA65A}" styleName="中間 3 - アクセント 2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8A107856-5554-42FB-B03E-39F5DBC370BA}" styleName="中間 4 - アクセント 2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2"/>
              </a:solidFill>
            </a:ln>
          </a:left>
          <a:right>
            <a:ln w="12700" cmpd="sng">
              <a:solidFill>
                <a:schemeClr val="accent2"/>
              </a:solidFill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 w="12700" cmpd="sng">
              <a:solidFill>
                <a:schemeClr val="accent2"/>
              </a:solidFill>
            </a:ln>
          </a:insideH>
          <a:insideV>
            <a:ln w="12700" cmpd="sng">
              <a:solidFill>
                <a:schemeClr val="accent2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2"/>
              </a:solidFill>
            </a:ln>
          </a:top>
        </a:tcBdr>
        <a:fill>
          <a:solidFill>
            <a:schemeClr val="accent2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2">
              <a:tint val="20000"/>
            </a:schemeClr>
          </a:solidFill>
        </a:fill>
      </a:tcStyle>
    </a:firstRow>
  </a:tblStyle>
  <a:tblStyle styleId="{21E4AEA4-8DFA-4A89-87EB-49C32662AFE0}" styleName="中間 2 - アクセント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69012ECD-51FC-41F1-AA8D-1B2483CD663E}" styleName="淡色 2 - アクセント 1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</a:tcStyle>
    </a:band1H>
    <a:band1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1V>
    <a:band2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1"/>
        </a:fillRef>
      </a:tcStyle>
    </a:firstRow>
  </a:tblStyle>
  <a:tblStyle styleId="{775DCB02-9BB8-47FD-8907-85C794F793BA}" styleName="テーマ 1 - アクセント 4">
    <a:tblBg>
      <a:fillRef idx="2">
        <a:schemeClr val="accent4"/>
      </a:fillRef>
      <a:effectRef idx="1">
        <a:schemeClr val="accent4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Ref idx="1">
              <a:schemeClr val="accent4"/>
            </a:lnRef>
          </a:insideH>
          <a:insideV>
            <a:lnRef idx="1">
              <a:schemeClr val="accent4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4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</a:tcBdr>
        <a:fill>
          <a:solidFill>
            <a:schemeClr val="accent4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Ref idx="1">
              <a:schemeClr val="accent4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4"/>
            </a:lnRef>
          </a:left>
          <a:right>
            <a:lnRef idx="2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Ref idx="1">
              <a:schemeClr val="accent4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2">
              <a:schemeClr val="accent4"/>
            </a:lnRef>
          </a:top>
          <a:bottom>
            <a:lnRef idx="2">
              <a:schemeClr val="accent4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4"/>
          </a:solidFill>
        </a:fill>
      </a:tcStyle>
    </a:firstRow>
  </a:tblStyle>
  <a:tblStyle styleId="{0E3FDE45-AF77-4B5C-9715-49D594BDF05E}" styleName="淡色 1 - アクセント 2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2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2"/>
              </a:solidFill>
            </a:ln>
          </a:bottom>
        </a:tcBdr>
        <a:fill>
          <a:noFill/>
        </a:fill>
      </a:tcStyle>
    </a:firstRow>
  </a:tblStyle>
  <a:tblStyle styleId="{5FD0F851-EC5A-4D38-B0AD-8093EC10F338}" styleName="淡色 1 - アクセント 5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5"/>
              </a:solidFill>
            </a:ln>
          </a:top>
          <a:bottom>
            <a:ln w="12700" cmpd="sng">
              <a:solidFill>
                <a:schemeClr val="accent5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5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5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5"/>
              </a:solidFill>
            </a:ln>
          </a:bottom>
        </a:tcBdr>
        <a:fill>
          <a:noFill/>
        </a:fill>
      </a:tcStyle>
    </a:firstRow>
  </a:tblStyle>
  <a:tblStyle styleId="{638B1855-1B75-4FBE-930C-398BA8C253C6}" styleName="テーマ 2 - アクセント 6">
    <a:tblBg>
      <a:fillRef idx="3">
        <a:schemeClr val="accent6"/>
      </a:fillRef>
      <a:effectRef idx="3">
        <a:schemeClr val="accent6"/>
      </a:effectRef>
    </a:tblBg>
    <a:wholeTbl>
      <a:tcTxStyle>
        <a:fontRef idx="minor">
          <a:scrgbClr r="0" g="0" b="0"/>
        </a:fontRef>
        <a:schemeClr val="lt1"/>
      </a:tcTxStyle>
      <a:tcStyle>
        <a:tcBdr>
          <a:left>
            <a:lnRef idx="1">
              <a:schemeClr val="accent6">
                <a:tint val="50000"/>
              </a:schemeClr>
            </a:lnRef>
          </a:left>
          <a:right>
            <a:lnRef idx="1">
              <a:schemeClr val="accent6">
                <a:tint val="50000"/>
              </a:schemeClr>
            </a:lnRef>
          </a:right>
          <a:top>
            <a:lnRef idx="1">
              <a:schemeClr val="accent6">
                <a:tint val="50000"/>
              </a:schemeClr>
            </a:lnRef>
          </a:top>
          <a:bottom>
            <a:lnRef idx="1">
              <a:schemeClr val="accent6">
                <a:tint val="50000"/>
              </a:schemeClr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lt1">
              <a:alpha val="20000"/>
            </a:schemeClr>
          </a:solidFill>
        </a:fill>
      </a:tcStyle>
    </a:band1H>
    <a:band1V>
      <a:tcStyle>
        <a:tcBdr/>
        <a:fill>
          <a:solidFill>
            <a:schemeClr val="lt1">
              <a:alpha val="20000"/>
            </a:schemeClr>
          </a:solidFill>
        </a:fill>
      </a:tcStyle>
    </a:band1V>
    <a:lastCol>
      <a:tcTxStyle b="on"/>
      <a:tcStyle>
        <a:tcBdr>
          <a:left>
            <a:lnRef idx="2">
              <a:schemeClr val="lt1"/>
            </a:lnRef>
          </a:left>
        </a:tcBdr>
      </a:tcStyle>
    </a:lastCol>
    <a:firstCol>
      <a:tcTxStyle b="on"/>
      <a:tcStyle>
        <a:tcBdr>
          <a:right>
            <a:lnRef idx="2">
              <a:schemeClr val="lt1"/>
            </a:lnRef>
          </a:right>
        </a:tcBdr>
      </a:tcStyle>
    </a:firstCol>
    <a:lastRow>
      <a:tcTxStyle b="on"/>
      <a:tcStyle>
        <a:tcBdr>
          <a:top>
            <a:lnRef idx="2">
              <a:schemeClr val="lt1"/>
            </a:lnRef>
          </a:top>
        </a:tcBdr>
        <a:fill>
          <a:noFill/>
        </a:fill>
      </a:tcStyle>
    </a:lastRow>
    <a:seCell>
      <a:tcStyle>
        <a:tcBdr>
          <a:left>
            <a:ln>
              <a:noFill/>
            </a:ln>
          </a:left>
          <a:top>
            <a:ln>
              <a:noFill/>
            </a:ln>
          </a:top>
        </a:tcBdr>
      </a:tcStyle>
    </a:seCell>
    <a:swCell>
      <a:tcStyle>
        <a:tcBdr>
          <a:right>
            <a:ln>
              <a:noFill/>
            </a:ln>
          </a:right>
          <a:top>
            <a:ln>
              <a:noFill/>
            </a:ln>
          </a:top>
        </a:tcBdr>
      </a:tcStyle>
    </a:swCell>
    <a:firstRow>
      <a:tcTxStyle b="on"/>
      <a:tcStyle>
        <a:tcBdr>
          <a:bottom>
            <a:lnRef idx="3">
              <a:schemeClr val="lt1"/>
            </a:lnRef>
          </a:bottom>
        </a:tcBdr>
        <a:fill>
          <a:noFill/>
        </a:fill>
      </a:tcStyle>
    </a:firstRow>
    <a:neCell>
      <a:tcStyle>
        <a:tcBdr>
          <a:bottom>
            <a:ln>
              <a:noFill/>
            </a:ln>
          </a:bottom>
        </a:tcBdr>
      </a:tcStyle>
    </a:neCell>
  </a:tblStyle>
  <a:tblStyle styleId="{08FB837D-C827-4EFA-A057-4D05807E0F7C}" styleName="テーマ 1 - アクセント 6">
    <a:tblBg>
      <a:fillRef idx="2">
        <a:schemeClr val="accent6"/>
      </a:fillRef>
      <a:effectRef idx="1">
        <a:schemeClr val="accent6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Ref idx="1">
              <a:schemeClr val="accent6"/>
            </a:lnRef>
          </a:insideH>
          <a:insideV>
            <a:lnRef idx="1">
              <a:schemeClr val="accent6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6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</a:tcBdr>
        <a:fill>
          <a:solidFill>
            <a:schemeClr val="accent6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Ref idx="1">
              <a:schemeClr val="accent6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6"/>
            </a:lnRef>
          </a:left>
          <a:right>
            <a:lnRef idx="2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Ref idx="1">
              <a:schemeClr val="accent6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2">
              <a:schemeClr val="accent6"/>
            </a:lnRef>
          </a:top>
          <a:bottom>
            <a:lnRef idx="2">
              <a:schemeClr val="accent6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6"/>
          </a:solidFill>
        </a:fill>
      </a:tcStyle>
    </a:firstRow>
  </a:tblStyle>
  <a:tblStyle styleId="{D03447BB-5D67-496B-8E87-E561075AD55C}" styleName="濃色 1 - アクセント 3">
    <a:wholeTbl>
      <a:tcTxStyle>
        <a:fontRef idx="minor">
          <a:scrgbClr r="0" g="0" b="0"/>
        </a:fontRef>
        <a:schemeClr val="lt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3"/>
          </a:solidFill>
        </a:fill>
      </a:tcStyle>
    </a:wholeTbl>
    <a:band1H>
      <a:tcStyle>
        <a:tcBdr/>
        <a:fill>
          <a:solidFill>
            <a:schemeClr val="accent3">
              <a:shade val="60000"/>
            </a:schemeClr>
          </a:solidFill>
        </a:fill>
      </a:tcStyle>
    </a:band1H>
    <a:band1V>
      <a:tcStyle>
        <a:tcBdr/>
        <a:fill>
          <a:solidFill>
            <a:schemeClr val="accent3">
              <a:shade val="60000"/>
            </a:schemeClr>
          </a:solidFill>
        </a:fill>
      </a:tcStyle>
    </a:band1V>
    <a:lastCol>
      <a:tcTxStyle b="on"/>
      <a:tcStyle>
        <a:tcBdr>
          <a:left>
            <a:ln w="25400" cmpd="sng">
              <a:solidFill>
                <a:schemeClr val="lt1"/>
              </a:solidFill>
            </a:ln>
          </a:left>
        </a:tcBdr>
        <a:fill>
          <a:solidFill>
            <a:schemeClr val="accent3">
              <a:shade val="60000"/>
            </a:schemeClr>
          </a:solidFill>
        </a:fill>
      </a:tcStyle>
    </a:lastCol>
    <a:firstCol>
      <a:tcTxStyle b="on"/>
      <a:tcStyle>
        <a:tcBdr>
          <a:right>
            <a:ln w="25400" cmpd="sng">
              <a:solidFill>
                <a:schemeClr val="lt1"/>
              </a:solidFill>
            </a:ln>
          </a:right>
        </a:tcBdr>
        <a:fill>
          <a:solidFill>
            <a:schemeClr val="accent3">
              <a:shade val="60000"/>
            </a:schemeClr>
          </a:solidFill>
        </a:fill>
      </a:tcStyle>
    </a:firstCol>
    <a:lastRow>
      <a:tcTxStyle b="on"/>
      <a:tcStyle>
        <a:tcBdr>
          <a:top>
            <a:ln w="25400" cmpd="sng">
              <a:solidFill>
                <a:schemeClr val="lt1"/>
              </a:solidFill>
            </a:ln>
          </a:top>
        </a:tcBdr>
        <a:fill>
          <a:solidFill>
            <a:schemeClr val="accent3">
              <a:shade val="40000"/>
            </a:schemeClr>
          </a:solidFill>
        </a:fill>
      </a:tcStyle>
    </a:lastRow>
    <a:seCell>
      <a:tcStyle>
        <a:tcBdr>
          <a:left>
            <a:ln>
              <a:noFill/>
            </a:ln>
          </a:left>
        </a:tcBdr>
      </a:tcStyle>
    </a:seCell>
    <a:swCell>
      <a:tcStyle>
        <a:tcBdr>
          <a:right>
            <a:ln>
              <a:noFill/>
            </a:ln>
          </a:right>
        </a:tcBdr>
      </a:tcStyle>
    </a:swCell>
    <a:firstRow>
      <a:tcTxStyle b="on"/>
      <a:tcStyle>
        <a:tcBdr>
          <a:bottom>
            <a:ln w="254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  <a:neCell>
      <a:tcStyle>
        <a:tcBdr>
          <a:left>
            <a:ln>
              <a:noFill/>
            </a:ln>
          </a:left>
        </a:tcBdr>
      </a:tcStyle>
    </a:neCell>
    <a:nwCell>
      <a:tcStyle>
        <a:tcBdr>
          <a:right>
            <a:ln>
              <a:noFill/>
            </a:ln>
          </a:right>
        </a:tcBdr>
      </a:tcStyle>
    </a:nwCell>
  </a:tblStyle>
  <a:tblStyle styleId="{5202B0CA-FC54-4496-8BCA-5EF66A818D29}" styleName="濃色 2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dk1">
              <a:tint val="20000"/>
            </a:schemeClr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firstRow>
  </a:tblStyle>
  <a:tblStyle styleId="{D27102A9-8310-4765-A935-A1911B00CA55}" styleName="淡色 1 - アクセント 4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4"/>
              </a:solidFill>
            </a:ln>
          </a:top>
          <a:bottom>
            <a:ln w="12700" cmpd="sng">
              <a:solidFill>
                <a:schemeClr val="accent4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4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4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4"/>
              </a:solidFill>
            </a:ln>
          </a:bottom>
        </a:tcBdr>
        <a:fill>
          <a:noFill/>
        </a:fill>
      </a:tcStyle>
    </a:firstRow>
  </a:tblStyle>
  <a:tblStyle styleId="{073A0DAA-6AF3-43AB-8588-CEC1D06C72B9}" styleName="中間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5C22544A-7EE6-4342-B048-85BDC9FD1C3A}" styleName="中間 2 - アクセント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1E171933-4619-4E11-9A3F-F7608DF75F80}" styleName="中間 1 - アクセント 4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4"/>
              </a:solidFill>
            </a:ln>
          </a:left>
          <a:right>
            <a:ln w="12700" cmpd="sng">
              <a:solidFill>
                <a:schemeClr val="accent4"/>
              </a:solidFill>
            </a:ln>
          </a:right>
          <a:top>
            <a:ln w="12700" cmpd="sng">
              <a:solidFill>
                <a:schemeClr val="accent4"/>
              </a:solidFill>
            </a:ln>
          </a:top>
          <a:bottom>
            <a:ln w="12700" cmpd="sng">
              <a:solidFill>
                <a:schemeClr val="accent4"/>
              </a:solidFill>
            </a:ln>
          </a:bottom>
          <a:insideH>
            <a:ln w="12700" cmpd="sng">
              <a:solidFill>
                <a:schemeClr val="accent4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4">
              <a:tint val="20000"/>
            </a:schemeClr>
          </a:solidFill>
        </a:fill>
      </a:tcStyle>
    </a:band1H>
    <a:band1V>
      <a:tcStyle>
        <a:tcBdr/>
        <a:fill>
          <a:solidFill>
            <a:schemeClr val="accent4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4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4"/>
          </a:solidFill>
        </a:fill>
      </a:tcStyle>
    </a:firstRow>
  </a:tblStyle>
  <a:tblStyle styleId="{00A15C55-8517-42AA-B614-E9B94910E393}" styleName="中間 2 - アクセント 4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4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4"/>
          </a:solidFill>
        </a:fill>
      </a:tcStyle>
    </a:firstRow>
  </a:tblStyle>
  <a:tblStyle styleId="{7DF18680-E054-41AD-8BC1-D1AEF772440D}" styleName="中間 2 - アクセント 5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5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5"/>
          </a:solidFill>
        </a:fill>
      </a:tcStyle>
    </a:firstRow>
  </a:tblStyle>
  <a:tblStyle styleId="{BC89EF96-8CEA-46FF-86C4-4CE0E7609802}" styleName="淡色スタイル 3 - アクセント 1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9979" autoAdjust="0"/>
    <p:restoredTop sz="80812" autoAdjust="0"/>
  </p:normalViewPr>
  <p:slideViewPr>
    <p:cSldViewPr snapToGrid="0" snapToObjects="1">
      <p:cViewPr varScale="1">
        <p:scale>
          <a:sx n="121" d="100"/>
          <a:sy n="121" d="100"/>
        </p:scale>
        <p:origin x="1638" y="108"/>
      </p:cViewPr>
      <p:guideLst>
        <p:guide orient="horz" pos="2879"/>
        <p:guide orient="horz" pos="1620"/>
        <p:guide orient="horz" pos="395"/>
        <p:guide orient="horz" pos="905"/>
        <p:guide orient="horz" pos="532"/>
        <p:guide orient="horz" pos="446"/>
        <p:guide pos="725"/>
        <p:guide pos="2880"/>
        <p:guide pos="5538"/>
      </p:guideLst>
    </p:cSldViewPr>
  </p:slideViewPr>
  <p:outlineViewPr>
    <p:cViewPr>
      <p:scale>
        <a:sx n="33" d="100"/>
        <a:sy n="33" d="100"/>
      </p:scale>
      <p:origin x="0" y="-748"/>
    </p:cViewPr>
  </p:outlineViewPr>
  <p:notesTextViewPr>
    <p:cViewPr>
      <p:scale>
        <a:sx n="125" d="100"/>
        <a:sy n="125" d="100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notesViewPr>
    <p:cSldViewPr snapToGrid="0" snapToObjects="1">
      <p:cViewPr varScale="1">
        <p:scale>
          <a:sx n="49" d="100"/>
          <a:sy n="49" d="100"/>
        </p:scale>
        <p:origin x="-2958" y="-108"/>
      </p:cViewPr>
      <p:guideLst>
        <p:guide orient="horz" pos="3156"/>
        <p:guide pos="2170"/>
      </p:guideLst>
    </p:cSldViewPr>
  </p:notesViewPr>
  <p:gridSpacing cx="36004" cy="36004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26" Type="http://schemas.openxmlformats.org/officeDocument/2006/relationships/theme" Target="theme/theme1.xml"/><Relationship Id="rId3" Type="http://schemas.openxmlformats.org/officeDocument/2006/relationships/customXml" Target="../customXml/item3.xml"/><Relationship Id="rId21" Type="http://schemas.openxmlformats.org/officeDocument/2006/relationships/slide" Target="slides/slide17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viewProps" Target="viewProps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slide" Target="slides/slide16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presProps" Target="presProps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handoutMaster" Target="handoutMasters/handoutMaster1.xml"/><Relationship Id="rId10" Type="http://schemas.openxmlformats.org/officeDocument/2006/relationships/slide" Target="slides/slide6.xml"/><Relationship Id="rId19" Type="http://schemas.openxmlformats.org/officeDocument/2006/relationships/slide" Target="slides/slide15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notesMaster" Target="notesMasters/notesMaster1.xml"/><Relationship Id="rId27" Type="http://schemas.openxmlformats.org/officeDocument/2006/relationships/tableStyles" Target="tableStyle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ヘッダー プレースホルダー 1">
            <a:extLst>
              <a:ext uri="{FF2B5EF4-FFF2-40B4-BE49-F238E27FC236}">
                <a16:creationId xmlns:a16="http://schemas.microsoft.com/office/drawing/2014/main" id="{4A6D03E8-140E-4C4D-BB4E-913B0A2430E8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84500" cy="501650"/>
          </a:xfrm>
          <a:prstGeom prst="rect">
            <a:avLst/>
          </a:prstGeom>
        </p:spPr>
        <p:txBody>
          <a:bodyPr vert="horz" lIns="96616" tIns="48308" rIns="96616" bIns="48308" rtlCol="0"/>
          <a:lstStyle>
            <a:lvl1pPr algn="l" eaLnBrk="1" hangingPunct="1">
              <a:defRPr sz="1300">
                <a:latin typeface="Arial" charset="0"/>
                <a:ea typeface="ＭＳ Ｐゴシック" charset="-128"/>
                <a:cs typeface="+mn-cs"/>
              </a:defRPr>
            </a:lvl1pPr>
          </a:lstStyle>
          <a:p>
            <a:pPr>
              <a:defRPr/>
            </a:pPr>
            <a:endParaRPr lang="ja-JP" altLang="en-US"/>
          </a:p>
        </p:txBody>
      </p:sp>
      <p:sp>
        <p:nvSpPr>
          <p:cNvPr id="3" name="日付プレースホルダー 2">
            <a:extLst>
              <a:ext uri="{FF2B5EF4-FFF2-40B4-BE49-F238E27FC236}">
                <a16:creationId xmlns:a16="http://schemas.microsoft.com/office/drawing/2014/main" id="{F25118A3-46F5-034E-92B2-593A02FEDC7B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902075" y="0"/>
            <a:ext cx="2984500" cy="501650"/>
          </a:xfrm>
          <a:prstGeom prst="rect">
            <a:avLst/>
          </a:prstGeom>
        </p:spPr>
        <p:txBody>
          <a:bodyPr vert="horz" wrap="square" lIns="96616" tIns="48308" rIns="96616" bIns="48308" numCol="1" anchor="t" anchorCtr="0" compatLnSpc="1">
            <a:prstTxWarp prst="textNoShape">
              <a:avLst/>
            </a:prstTxWarp>
          </a:bodyPr>
          <a:lstStyle>
            <a:lvl1pPr algn="r" eaLnBrk="1" hangingPunct="1">
              <a:defRPr sz="1300">
                <a:latin typeface="Arial" pitchFamily="34" charset="0"/>
                <a:ea typeface="ＭＳ Ｐゴシック" pitchFamily="50" charset="-128"/>
              </a:defRPr>
            </a:lvl1pPr>
          </a:lstStyle>
          <a:p>
            <a:pPr>
              <a:defRPr/>
            </a:pPr>
            <a:fld id="{C8F31C64-7CCB-FE4F-8954-FE8E9646B23D}" type="datetimeFigureOut">
              <a:rPr lang="ja-JP" altLang="en-US"/>
              <a:pPr>
                <a:defRPr/>
              </a:pPr>
              <a:t>2024/8/21</a:t>
            </a:fld>
            <a:endParaRPr lang="ja-JP" altLang="en-US"/>
          </a:p>
        </p:txBody>
      </p:sp>
      <p:sp>
        <p:nvSpPr>
          <p:cNvPr id="4" name="フッター プレースホルダー 3">
            <a:extLst>
              <a:ext uri="{FF2B5EF4-FFF2-40B4-BE49-F238E27FC236}">
                <a16:creationId xmlns:a16="http://schemas.microsoft.com/office/drawing/2014/main" id="{384BB28E-6D21-AF41-9D74-B9A62620FD8E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9517063"/>
            <a:ext cx="2984500" cy="501650"/>
          </a:xfrm>
          <a:prstGeom prst="rect">
            <a:avLst/>
          </a:prstGeom>
        </p:spPr>
        <p:txBody>
          <a:bodyPr vert="horz" lIns="96616" tIns="48308" rIns="96616" bIns="48308" rtlCol="0" anchor="b"/>
          <a:lstStyle>
            <a:lvl1pPr algn="l" eaLnBrk="1" hangingPunct="1">
              <a:defRPr sz="1300">
                <a:latin typeface="Arial" charset="0"/>
                <a:ea typeface="ＭＳ Ｐゴシック" charset="-128"/>
                <a:cs typeface="+mn-cs"/>
              </a:defRPr>
            </a:lvl1pPr>
          </a:lstStyle>
          <a:p>
            <a:pPr>
              <a:defRPr/>
            </a:pPr>
            <a:endParaRPr lang="ja-JP" altLang="en-US"/>
          </a:p>
        </p:txBody>
      </p:sp>
      <p:sp>
        <p:nvSpPr>
          <p:cNvPr id="5" name="スライド番号プレースホルダー 4">
            <a:extLst>
              <a:ext uri="{FF2B5EF4-FFF2-40B4-BE49-F238E27FC236}">
                <a16:creationId xmlns:a16="http://schemas.microsoft.com/office/drawing/2014/main" id="{3C51A0BF-E2F4-8041-B1B7-AD84C01F2759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902075" y="9517063"/>
            <a:ext cx="2984500" cy="501650"/>
          </a:xfrm>
          <a:prstGeom prst="rect">
            <a:avLst/>
          </a:prstGeom>
        </p:spPr>
        <p:txBody>
          <a:bodyPr vert="horz" wrap="square" lIns="96616" tIns="48308" rIns="96616" bIns="48308" numCol="1" anchor="b" anchorCtr="0" compatLnSpc="1">
            <a:prstTxWarp prst="textNoShape">
              <a:avLst/>
            </a:prstTxWarp>
          </a:bodyPr>
          <a:lstStyle>
            <a:lvl1pPr algn="r" eaLnBrk="1" hangingPunct="1">
              <a:defRPr sz="1300" smtClean="0">
                <a:latin typeface="Arial" panose="020B0604020202020204" pitchFamily="34" charset="0"/>
              </a:defRPr>
            </a:lvl1pPr>
          </a:lstStyle>
          <a:p>
            <a:pPr>
              <a:defRPr/>
            </a:pPr>
            <a:fld id="{DC2A044B-970B-7943-A7E8-76E286F0569B}" type="slidenum">
              <a:rPr lang="ja-JP" altLang="en-US"/>
              <a:pPr>
                <a:defRPr/>
              </a:pPr>
              <a:t>‹#›</a:t>
            </a:fld>
            <a:endParaRPr lang="ja-JP" altLang="en-US"/>
          </a:p>
        </p:txBody>
      </p:sp>
    </p:spTree>
    <p:extLst>
      <p:ext uri="{BB962C8B-B14F-4D97-AF65-F5344CB8AC3E}">
        <p14:creationId xmlns:p14="http://schemas.microsoft.com/office/powerpoint/2010/main" val="1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6" name="Rectangle 2">
            <a:extLst>
              <a:ext uri="{FF2B5EF4-FFF2-40B4-BE49-F238E27FC236}">
                <a16:creationId xmlns:a16="http://schemas.microsoft.com/office/drawing/2014/main" id="{D9E16022-FA6B-4149-B705-DB5ABB34E01A}"/>
              </a:ext>
            </a:extLst>
          </p:cNvPr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84500" cy="501650"/>
          </a:xfrm>
          <a:prstGeom prst="rect">
            <a:avLst/>
          </a:prstGeom>
          <a:noFill/>
          <a:ln>
            <a:noFill/>
          </a:ln>
        </p:spPr>
        <p:txBody>
          <a:bodyPr vert="horz" wrap="square" lIns="96616" tIns="48308" rIns="96616" bIns="48308" numCol="1" anchor="t" anchorCtr="0" compatLnSpc="1">
            <a:prstTxWarp prst="textNoShape">
              <a:avLst/>
            </a:prstTxWarp>
          </a:bodyPr>
          <a:lstStyle>
            <a:lvl1pPr eaLnBrk="1" hangingPunct="1">
              <a:defRPr sz="1300" b="0">
                <a:latin typeface="ＭＳ Ｐゴシック"/>
                <a:ea typeface="ＭＳ Ｐゴシック" charset="0"/>
                <a:cs typeface="ＭＳ Ｐゴシック" charset="0"/>
              </a:defRPr>
            </a:lvl1pPr>
          </a:lstStyle>
          <a:p>
            <a:pPr>
              <a:defRPr/>
            </a:pPr>
            <a:endParaRPr lang="en-US" altLang="ja-JP" dirty="0"/>
          </a:p>
        </p:txBody>
      </p:sp>
      <p:sp>
        <p:nvSpPr>
          <p:cNvPr id="11267" name="Rectangle 3">
            <a:extLst>
              <a:ext uri="{FF2B5EF4-FFF2-40B4-BE49-F238E27FC236}">
                <a16:creationId xmlns:a16="http://schemas.microsoft.com/office/drawing/2014/main" id="{F7074B18-292C-FC4A-AB7C-9D8443B8BF9E}"/>
              </a:ext>
            </a:extLst>
          </p:cNvPr>
          <p:cNvSpPr>
            <a:spLocks noGrp="1" noChangeArrowheads="1"/>
          </p:cNvSpPr>
          <p:nvPr>
            <p:ph type="dt" idx="1"/>
          </p:nvPr>
        </p:nvSpPr>
        <p:spPr bwMode="auto">
          <a:xfrm>
            <a:off x="3903663" y="0"/>
            <a:ext cx="2984500" cy="501650"/>
          </a:xfrm>
          <a:prstGeom prst="rect">
            <a:avLst/>
          </a:prstGeom>
          <a:noFill/>
          <a:ln>
            <a:noFill/>
          </a:ln>
        </p:spPr>
        <p:txBody>
          <a:bodyPr vert="horz" wrap="square" lIns="96616" tIns="48308" rIns="96616" bIns="48308" numCol="1" anchor="t" anchorCtr="0" compatLnSpc="1">
            <a:prstTxWarp prst="textNoShape">
              <a:avLst/>
            </a:prstTxWarp>
          </a:bodyPr>
          <a:lstStyle>
            <a:lvl1pPr algn="r" eaLnBrk="1" hangingPunct="1">
              <a:defRPr sz="1300" b="0">
                <a:latin typeface="ＭＳ Ｐゴシック"/>
                <a:ea typeface="ＭＳ Ｐゴシック" charset="0"/>
                <a:cs typeface="ＭＳ Ｐゴシック" charset="0"/>
              </a:defRPr>
            </a:lvl1pPr>
          </a:lstStyle>
          <a:p>
            <a:pPr>
              <a:defRPr/>
            </a:pPr>
            <a:endParaRPr lang="en-US" altLang="ja-JP" dirty="0"/>
          </a:p>
        </p:txBody>
      </p:sp>
      <p:sp>
        <p:nvSpPr>
          <p:cNvPr id="11268" name="Rectangle 4">
            <a:extLst>
              <a:ext uri="{FF2B5EF4-FFF2-40B4-BE49-F238E27FC236}">
                <a16:creationId xmlns:a16="http://schemas.microsoft.com/office/drawing/2014/main" id="{6E997275-1778-5A4F-9833-7FF7E8A30E89}"/>
              </a:ext>
            </a:extLst>
          </p:cNvPr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104775" y="750888"/>
            <a:ext cx="6678613" cy="3757612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ffectLst/>
        </p:spPr>
      </p:sp>
      <p:sp>
        <p:nvSpPr>
          <p:cNvPr id="11269" name="Rectangle 5">
            <a:extLst>
              <a:ext uri="{FF2B5EF4-FFF2-40B4-BE49-F238E27FC236}">
                <a16:creationId xmlns:a16="http://schemas.microsoft.com/office/drawing/2014/main" id="{236083AE-CCA3-644F-96B5-F54517BA5B76}"/>
              </a:ext>
            </a:extLst>
          </p:cNvPr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919163" y="4759325"/>
            <a:ext cx="5049837" cy="4510088"/>
          </a:xfrm>
          <a:prstGeom prst="rect">
            <a:avLst/>
          </a:prstGeom>
          <a:noFill/>
          <a:ln>
            <a:noFill/>
          </a:ln>
        </p:spPr>
        <p:txBody>
          <a:bodyPr vert="horz" wrap="square" lIns="96616" tIns="48308" rIns="96616" bIns="48308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ja-JP" altLang="en-US" noProof="0" dirty="0"/>
              <a:t>マスタ</a:t>
            </a:r>
            <a:r>
              <a:rPr lang="en-US" altLang="ja-JP" noProof="0" dirty="0"/>
              <a:t> </a:t>
            </a:r>
            <a:r>
              <a:rPr lang="ja-JP" altLang="en-US" noProof="0" dirty="0"/>
              <a:t>テキストの書式設定</a:t>
            </a:r>
            <a:endParaRPr lang="en-US" altLang="ja-JP" noProof="0" dirty="0"/>
          </a:p>
          <a:p>
            <a:pPr lvl="1"/>
            <a:r>
              <a:rPr lang="ja-JP" altLang="en-US" noProof="0" dirty="0"/>
              <a:t>第</a:t>
            </a:r>
            <a:r>
              <a:rPr lang="en-US" altLang="ja-JP" noProof="0" dirty="0"/>
              <a:t> 2 </a:t>
            </a:r>
            <a:r>
              <a:rPr lang="ja-JP" altLang="en-US" noProof="0" dirty="0"/>
              <a:t>レベル</a:t>
            </a:r>
            <a:endParaRPr lang="en-US" altLang="ja-JP" noProof="0" dirty="0"/>
          </a:p>
          <a:p>
            <a:pPr lvl="2"/>
            <a:r>
              <a:rPr lang="ja-JP" altLang="en-US" noProof="0" dirty="0"/>
              <a:t>第</a:t>
            </a:r>
            <a:r>
              <a:rPr lang="en-US" altLang="ja-JP" noProof="0" dirty="0"/>
              <a:t> 3 </a:t>
            </a:r>
            <a:r>
              <a:rPr lang="ja-JP" altLang="en-US" noProof="0" dirty="0"/>
              <a:t>レベル</a:t>
            </a:r>
            <a:endParaRPr lang="en-US" altLang="ja-JP" noProof="0" dirty="0"/>
          </a:p>
          <a:p>
            <a:pPr lvl="3"/>
            <a:r>
              <a:rPr lang="ja-JP" altLang="en-US" noProof="0" dirty="0"/>
              <a:t>第</a:t>
            </a:r>
            <a:r>
              <a:rPr lang="en-US" altLang="ja-JP" noProof="0" dirty="0"/>
              <a:t> 4 </a:t>
            </a:r>
            <a:r>
              <a:rPr lang="ja-JP" altLang="en-US" noProof="0" dirty="0"/>
              <a:t>レベル</a:t>
            </a:r>
            <a:endParaRPr lang="en-US" altLang="ja-JP" noProof="0" dirty="0"/>
          </a:p>
          <a:p>
            <a:pPr lvl="4"/>
            <a:r>
              <a:rPr lang="ja-JP" altLang="en-US" noProof="0" dirty="0"/>
              <a:t>第</a:t>
            </a:r>
            <a:r>
              <a:rPr lang="en-US" altLang="ja-JP" noProof="0" dirty="0"/>
              <a:t> 5 </a:t>
            </a:r>
            <a:r>
              <a:rPr lang="ja-JP" altLang="en-US" noProof="0" dirty="0"/>
              <a:t>レベル</a:t>
            </a:r>
          </a:p>
        </p:txBody>
      </p:sp>
      <p:sp>
        <p:nvSpPr>
          <p:cNvPr id="11270" name="Rectangle 6">
            <a:extLst>
              <a:ext uri="{FF2B5EF4-FFF2-40B4-BE49-F238E27FC236}">
                <a16:creationId xmlns:a16="http://schemas.microsoft.com/office/drawing/2014/main" id="{DED8DD57-21C1-C14C-AC25-EBBD2B33369F}"/>
              </a:ext>
            </a:extLst>
          </p:cNvPr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9518650"/>
            <a:ext cx="2984500" cy="501650"/>
          </a:xfrm>
          <a:prstGeom prst="rect">
            <a:avLst/>
          </a:prstGeom>
          <a:noFill/>
          <a:ln>
            <a:noFill/>
          </a:ln>
        </p:spPr>
        <p:txBody>
          <a:bodyPr vert="horz" wrap="square" lIns="96616" tIns="48308" rIns="96616" bIns="48308" numCol="1" anchor="b" anchorCtr="0" compatLnSpc="1">
            <a:prstTxWarp prst="textNoShape">
              <a:avLst/>
            </a:prstTxWarp>
          </a:bodyPr>
          <a:lstStyle>
            <a:lvl1pPr eaLnBrk="1" hangingPunct="1">
              <a:defRPr sz="1300" b="0">
                <a:latin typeface="ＭＳ Ｐゴシック"/>
                <a:ea typeface="ＭＳ Ｐゴシック" charset="0"/>
                <a:cs typeface="ＭＳ Ｐゴシック" charset="0"/>
              </a:defRPr>
            </a:lvl1pPr>
          </a:lstStyle>
          <a:p>
            <a:pPr>
              <a:defRPr/>
            </a:pPr>
            <a:endParaRPr lang="en-US" altLang="ja-JP" dirty="0"/>
          </a:p>
        </p:txBody>
      </p:sp>
      <p:sp>
        <p:nvSpPr>
          <p:cNvPr id="11271" name="Rectangle 7">
            <a:extLst>
              <a:ext uri="{FF2B5EF4-FFF2-40B4-BE49-F238E27FC236}">
                <a16:creationId xmlns:a16="http://schemas.microsoft.com/office/drawing/2014/main" id="{54D67A10-6CAD-824A-A953-D1D5D21F5E3C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903663" y="9518650"/>
            <a:ext cx="2984500" cy="501650"/>
          </a:xfrm>
          <a:prstGeom prst="rect">
            <a:avLst/>
          </a:prstGeom>
          <a:noFill/>
          <a:ln>
            <a:noFill/>
          </a:ln>
        </p:spPr>
        <p:txBody>
          <a:bodyPr vert="horz" wrap="square" lIns="96616" tIns="48308" rIns="96616" bIns="48308" numCol="1" anchor="b" anchorCtr="0" compatLnSpc="1">
            <a:prstTxWarp prst="textNoShape">
              <a:avLst/>
            </a:prstTxWarp>
          </a:bodyPr>
          <a:lstStyle>
            <a:lvl1pPr algn="r" eaLnBrk="1" hangingPunct="1">
              <a:defRPr sz="1300" b="0" smtClean="0">
                <a:latin typeface="ＭＳ Ｐゴシック" panose="020B0600070205080204" pitchFamily="34" charset="-128"/>
              </a:defRPr>
            </a:lvl1pPr>
          </a:lstStyle>
          <a:p>
            <a:pPr>
              <a:defRPr/>
            </a:pPr>
            <a:fld id="{FF056AE8-4C49-C240-9683-45EE064DE8CC}" type="slidenum">
              <a:rPr lang="en-US" altLang="ja-JP"/>
              <a:pPr>
                <a:defRPr/>
              </a:pPr>
              <a:t>‹#›</a:t>
            </a:fld>
            <a:endParaRPr lang="en-US" altLang="ja-JP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ＭＳ Ｐゴシック"/>
        <a:ea typeface="ＭＳ Ｐゴシック" charset="0"/>
        <a:cs typeface="ＭＳ Ｐゴシック" charset="0"/>
      </a:defRPr>
    </a:lvl1pPr>
    <a:lvl2pPr marL="457200" algn="l" rtl="0" eaLnBrk="0" fontAlgn="base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ＭＳ Ｐゴシック"/>
        <a:ea typeface="ＭＳ Ｐゴシック" charset="0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ＭＳ Ｐゴシック"/>
        <a:ea typeface="ＭＳ Ｐゴシック" charset="0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ＭＳ Ｐゴシック"/>
        <a:ea typeface="ＭＳ Ｐゴシック" charset="0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ＭＳ Ｐゴシック"/>
        <a:ea typeface="ＭＳ Ｐゴシック" charset="0"/>
        <a:cs typeface="+mn-cs"/>
      </a:defRPr>
    </a:lvl5pPr>
    <a:lvl6pPr marL="2286000" algn="l" defTabSz="4572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1" lang="ja-JP" alt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FF056AE8-4C49-C240-9683-45EE064DE8CC}" type="slidenum">
              <a:rPr lang="en-US" altLang="ja-JP" smtClean="0"/>
              <a:pPr>
                <a:defRPr/>
              </a:pPr>
              <a:t>1</a:t>
            </a:fld>
            <a:endParaRPr lang="en-US" altLang="ja-JP" dirty="0"/>
          </a:p>
        </p:txBody>
      </p:sp>
    </p:spTree>
    <p:extLst>
      <p:ext uri="{BB962C8B-B14F-4D97-AF65-F5344CB8AC3E}">
        <p14:creationId xmlns:p14="http://schemas.microsoft.com/office/powerpoint/2010/main" val="3770253038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FF056AE8-4C49-C240-9683-45EE064DE8CC}" type="slidenum">
              <a:rPr lang="en-US" altLang="ja-JP" smtClean="0"/>
              <a:pPr>
                <a:defRPr/>
              </a:pPr>
              <a:t>2</a:t>
            </a:fld>
            <a:endParaRPr lang="en-US" altLang="ja-JP" dirty="0"/>
          </a:p>
        </p:txBody>
      </p:sp>
    </p:spTree>
    <p:extLst>
      <p:ext uri="{BB962C8B-B14F-4D97-AF65-F5344CB8AC3E}">
        <p14:creationId xmlns:p14="http://schemas.microsoft.com/office/powerpoint/2010/main" val="943700668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FF056AE8-4C49-C240-9683-45EE064DE8CC}" type="slidenum">
              <a:rPr lang="en-US" altLang="ja-JP" smtClean="0"/>
              <a:pPr>
                <a:defRPr/>
              </a:pPr>
              <a:t>4</a:t>
            </a:fld>
            <a:endParaRPr lang="en-US" altLang="ja-JP" dirty="0"/>
          </a:p>
        </p:txBody>
      </p:sp>
    </p:spTree>
    <p:extLst>
      <p:ext uri="{BB962C8B-B14F-4D97-AF65-F5344CB8AC3E}">
        <p14:creationId xmlns:p14="http://schemas.microsoft.com/office/powerpoint/2010/main" val="1199059146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FF056AE8-4C49-C240-9683-45EE064DE8CC}" type="slidenum">
              <a:rPr lang="en-US" altLang="ja-JP" smtClean="0"/>
              <a:pPr>
                <a:defRPr/>
              </a:pPr>
              <a:t>6</a:t>
            </a:fld>
            <a:endParaRPr lang="en-US" altLang="ja-JP" dirty="0"/>
          </a:p>
        </p:txBody>
      </p:sp>
    </p:spTree>
    <p:extLst>
      <p:ext uri="{BB962C8B-B14F-4D97-AF65-F5344CB8AC3E}">
        <p14:creationId xmlns:p14="http://schemas.microsoft.com/office/powerpoint/2010/main" val="740944640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FF056AE8-4C49-C240-9683-45EE064DE8CC}" type="slidenum">
              <a:rPr lang="en-US" altLang="ja-JP" smtClean="0"/>
              <a:pPr>
                <a:defRPr/>
              </a:pPr>
              <a:t>10</a:t>
            </a:fld>
            <a:endParaRPr lang="en-US" altLang="ja-JP" dirty="0"/>
          </a:p>
        </p:txBody>
      </p:sp>
    </p:spTree>
    <p:extLst>
      <p:ext uri="{BB962C8B-B14F-4D97-AF65-F5344CB8AC3E}">
        <p14:creationId xmlns:p14="http://schemas.microsoft.com/office/powerpoint/2010/main" val="192587376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FF056AE8-4C49-C240-9683-45EE064DE8CC}" type="slidenum">
              <a:rPr lang="en-US" altLang="ja-JP" smtClean="0"/>
              <a:pPr>
                <a:defRPr/>
              </a:pPr>
              <a:t>14</a:t>
            </a:fld>
            <a:endParaRPr lang="en-US" altLang="ja-JP" dirty="0"/>
          </a:p>
        </p:txBody>
      </p:sp>
    </p:spTree>
    <p:extLst>
      <p:ext uri="{BB962C8B-B14F-4D97-AF65-F5344CB8AC3E}">
        <p14:creationId xmlns:p14="http://schemas.microsoft.com/office/powerpoint/2010/main" val="2361650017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FF056AE8-4C49-C240-9683-45EE064DE8CC}" type="slidenum">
              <a:rPr lang="en-US" altLang="ja-JP" smtClean="0"/>
              <a:pPr>
                <a:defRPr/>
              </a:pPr>
              <a:t>15</a:t>
            </a:fld>
            <a:endParaRPr lang="en-US" altLang="ja-JP" dirty="0"/>
          </a:p>
        </p:txBody>
      </p:sp>
    </p:spTree>
    <p:extLst>
      <p:ext uri="{BB962C8B-B14F-4D97-AF65-F5344CB8AC3E}">
        <p14:creationId xmlns:p14="http://schemas.microsoft.com/office/powerpoint/2010/main" val="123885813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1.png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表紙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正方形/長方形 18">
            <a:extLst>
              <a:ext uri="{FF2B5EF4-FFF2-40B4-BE49-F238E27FC236}">
                <a16:creationId xmlns:a16="http://schemas.microsoft.com/office/drawing/2014/main" id="{318E7929-D71C-D246-8B4F-E95BB52E9AFC}"/>
              </a:ext>
            </a:extLst>
          </p:cNvPr>
          <p:cNvSpPr/>
          <p:nvPr userDrawn="1"/>
        </p:nvSpPr>
        <p:spPr>
          <a:xfrm>
            <a:off x="0" y="-54945"/>
            <a:ext cx="9144000" cy="4868333"/>
          </a:xfrm>
          <a:prstGeom prst="rect">
            <a:avLst/>
          </a:prstGeom>
          <a:gradFill flip="none" rotWithShape="1">
            <a:gsLst>
              <a:gs pos="100000">
                <a:schemeClr val="accent6">
                  <a:lumMod val="90000"/>
                </a:schemeClr>
              </a:gs>
              <a:gs pos="46000">
                <a:schemeClr val="bg1">
                  <a:lumMod val="95000"/>
                </a:schemeClr>
              </a:gs>
            </a:gsLst>
            <a:path path="circle">
              <a:fillToRect l="100000" t="100000"/>
            </a:path>
            <a:tileRect r="-100000" b="-10000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spcAft>
                <a:spcPts val="600"/>
              </a:spcAft>
            </a:pPr>
            <a:endParaRPr kumimoji="1" lang="ja-JP" altLang="en-US" sz="1600" b="0">
              <a:solidFill>
                <a:schemeClr val="tx2"/>
              </a:solidFill>
            </a:endParaRPr>
          </a:p>
        </p:txBody>
      </p:sp>
      <p:sp>
        <p:nvSpPr>
          <p:cNvPr id="21" name="正方形/長方形 20">
            <a:extLst>
              <a:ext uri="{FF2B5EF4-FFF2-40B4-BE49-F238E27FC236}">
                <a16:creationId xmlns:a16="http://schemas.microsoft.com/office/drawing/2014/main" id="{B5FC8FD6-0B62-9B4F-B6EA-7FD5D96453C5}"/>
              </a:ext>
            </a:extLst>
          </p:cNvPr>
          <p:cNvSpPr/>
          <p:nvPr userDrawn="1"/>
        </p:nvSpPr>
        <p:spPr>
          <a:xfrm>
            <a:off x="-4266" y="-54945"/>
            <a:ext cx="9182133" cy="1585383"/>
          </a:xfrm>
          <a:prstGeom prst="rect">
            <a:avLst/>
          </a:prstGeom>
          <a:gradFill flip="none" rotWithShape="1">
            <a:gsLst>
              <a:gs pos="0">
                <a:schemeClr val="bg1">
                  <a:lumMod val="65000"/>
                </a:schemeClr>
              </a:gs>
              <a:gs pos="100000">
                <a:schemeClr val="bg1">
                  <a:alpha val="0"/>
                </a:schemeClr>
              </a:gs>
            </a:gsLst>
            <a:lin ang="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spcAft>
                <a:spcPts val="600"/>
              </a:spcAft>
            </a:pPr>
            <a:endParaRPr kumimoji="1" lang="ja-JP" altLang="en-US" sz="1600" b="0">
              <a:solidFill>
                <a:schemeClr val="tx2"/>
              </a:solidFill>
            </a:endParaRPr>
          </a:p>
        </p:txBody>
      </p:sp>
      <p:sp>
        <p:nvSpPr>
          <p:cNvPr id="22" name="正方形/長方形 21">
            <a:extLst>
              <a:ext uri="{FF2B5EF4-FFF2-40B4-BE49-F238E27FC236}">
                <a16:creationId xmlns:a16="http://schemas.microsoft.com/office/drawing/2014/main" id="{34A0D337-59BC-E049-9ACB-FB2DCBD140F0}"/>
              </a:ext>
            </a:extLst>
          </p:cNvPr>
          <p:cNvSpPr/>
          <p:nvPr userDrawn="1"/>
        </p:nvSpPr>
        <p:spPr>
          <a:xfrm rot="10800000">
            <a:off x="-38134" y="3153922"/>
            <a:ext cx="9182134" cy="1659466"/>
          </a:xfrm>
          <a:prstGeom prst="rect">
            <a:avLst/>
          </a:prstGeom>
          <a:gradFill flip="none" rotWithShape="1">
            <a:gsLst>
              <a:gs pos="0">
                <a:schemeClr val="bg1">
                  <a:lumMod val="65000"/>
                </a:schemeClr>
              </a:gs>
              <a:gs pos="100000">
                <a:schemeClr val="bg1">
                  <a:alpha val="0"/>
                </a:schemeClr>
              </a:gs>
            </a:gsLst>
            <a:lin ang="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spcAft>
                <a:spcPts val="600"/>
              </a:spcAft>
            </a:pPr>
            <a:endParaRPr kumimoji="1" lang="ja-JP" altLang="en-US" sz="1600" b="0">
              <a:solidFill>
                <a:schemeClr val="tx2"/>
              </a:solidFill>
            </a:endParaRPr>
          </a:p>
        </p:txBody>
      </p:sp>
      <p:sp>
        <p:nvSpPr>
          <p:cNvPr id="23" name="フリーフォーム 22">
            <a:extLst>
              <a:ext uri="{FF2B5EF4-FFF2-40B4-BE49-F238E27FC236}">
                <a16:creationId xmlns:a16="http://schemas.microsoft.com/office/drawing/2014/main" id="{815F656F-FB31-994F-900E-9EDB7A708832}"/>
              </a:ext>
            </a:extLst>
          </p:cNvPr>
          <p:cNvSpPr/>
          <p:nvPr userDrawn="1"/>
        </p:nvSpPr>
        <p:spPr>
          <a:xfrm>
            <a:off x="-14817" y="-54945"/>
            <a:ext cx="9211733" cy="4868333"/>
          </a:xfrm>
          <a:custGeom>
            <a:avLst/>
            <a:gdLst>
              <a:gd name="connsiteX0" fmla="*/ 9211733 w 9211733"/>
              <a:gd name="connsiteY0" fmla="*/ 0 h 4868333"/>
              <a:gd name="connsiteX1" fmla="*/ 9211733 w 9211733"/>
              <a:gd name="connsiteY1" fmla="*/ 2015066 h 4868333"/>
              <a:gd name="connsiteX2" fmla="*/ 7560733 w 9211733"/>
              <a:gd name="connsiteY2" fmla="*/ 4868333 h 4868333"/>
              <a:gd name="connsiteX3" fmla="*/ 0 w 9211733"/>
              <a:gd name="connsiteY3" fmla="*/ 4868333 h 4868333"/>
              <a:gd name="connsiteX4" fmla="*/ 0 w 9211733"/>
              <a:gd name="connsiteY4" fmla="*/ 3318933 h 4868333"/>
              <a:gd name="connsiteX5" fmla="*/ 1905000 w 9211733"/>
              <a:gd name="connsiteY5" fmla="*/ 8466 h 4868333"/>
              <a:gd name="connsiteX6" fmla="*/ 9211733 w 9211733"/>
              <a:gd name="connsiteY6" fmla="*/ 0 h 486833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9211733" h="4868333">
                <a:moveTo>
                  <a:pt x="9211733" y="0"/>
                </a:moveTo>
                <a:lnTo>
                  <a:pt x="9211733" y="2015066"/>
                </a:lnTo>
                <a:lnTo>
                  <a:pt x="7560733" y="4868333"/>
                </a:lnTo>
                <a:lnTo>
                  <a:pt x="0" y="4868333"/>
                </a:lnTo>
                <a:lnTo>
                  <a:pt x="0" y="3318933"/>
                </a:lnTo>
                <a:lnTo>
                  <a:pt x="1905000" y="8466"/>
                </a:lnTo>
                <a:lnTo>
                  <a:pt x="9211733" y="0"/>
                </a:lnTo>
                <a:close/>
              </a:path>
            </a:pathLst>
          </a:custGeom>
          <a:gradFill flip="none" rotWithShape="1">
            <a:gsLst>
              <a:gs pos="100000">
                <a:schemeClr val="tx2">
                  <a:alpha val="85000"/>
                </a:schemeClr>
              </a:gs>
              <a:gs pos="46000">
                <a:schemeClr val="tx2">
                  <a:alpha val="55000"/>
                </a:schemeClr>
              </a:gs>
            </a:gsLst>
            <a:path path="shape">
              <a:fillToRect l="50000" t="50000" r="50000" b="50000"/>
            </a:path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spcAft>
                <a:spcPts val="600"/>
              </a:spcAft>
            </a:pPr>
            <a:endParaRPr kumimoji="1" lang="ja-JP" altLang="en-US" sz="1600" b="0">
              <a:solidFill>
                <a:schemeClr val="bg1"/>
              </a:solidFill>
            </a:endParaRPr>
          </a:p>
        </p:txBody>
      </p:sp>
      <p:pic>
        <p:nvPicPr>
          <p:cNvPr id="17" name="Picture 2" descr="R:\b.VI\03.データ\kawarusaki\kawarusaki_logo_red120.png">
            <a:extLst>
              <a:ext uri="{FF2B5EF4-FFF2-40B4-BE49-F238E27FC236}">
                <a16:creationId xmlns:a16="http://schemas.microsoft.com/office/drawing/2014/main" id="{C56B5358-1D5C-2A4F-B4C1-97202250A60C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179289" y="190909"/>
            <a:ext cx="1141512" cy="69216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2" name="テキスト プレースホルダー 15"/>
          <p:cNvSpPr>
            <a:spLocks noGrp="1"/>
          </p:cNvSpPr>
          <p:nvPr>
            <p:ph type="body" sz="quarter" idx="11"/>
          </p:nvPr>
        </p:nvSpPr>
        <p:spPr>
          <a:xfrm>
            <a:off x="2993697" y="2204093"/>
            <a:ext cx="3244438" cy="210107"/>
          </a:xfrm>
          <a:prstGeom prst="rect">
            <a:avLst/>
          </a:prstGeom>
        </p:spPr>
        <p:txBody>
          <a:bodyPr lIns="0" rIns="0"/>
          <a:lstStyle>
            <a:lvl1pPr marL="0" indent="0" algn="ctr">
              <a:buNone/>
              <a:defRPr sz="1200">
                <a:solidFill>
                  <a:schemeClr val="bg1"/>
                </a:solidFill>
              </a:defRPr>
            </a:lvl1pPr>
            <a:lvl2pPr marL="457200" indent="0">
              <a:buNone/>
              <a:defRPr>
                <a:solidFill>
                  <a:schemeClr val="bg1"/>
                </a:solidFill>
              </a:defRPr>
            </a:lvl2pPr>
            <a:lvl3pPr marL="914400" indent="0">
              <a:buNone/>
              <a:defRPr>
                <a:solidFill>
                  <a:schemeClr val="bg1"/>
                </a:solidFill>
              </a:defRPr>
            </a:lvl3pPr>
            <a:lvl4pPr marL="1371600" indent="0">
              <a:buNone/>
              <a:defRPr>
                <a:solidFill>
                  <a:schemeClr val="bg1"/>
                </a:solidFill>
              </a:defRPr>
            </a:lvl4pPr>
            <a:lvl5pPr marL="1828800" indent="0">
              <a:buNone/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ja-JP" altLang="en-US"/>
              <a:t>マスター テキストの書式設定</a:t>
            </a:r>
          </a:p>
        </p:txBody>
      </p:sp>
      <p:sp>
        <p:nvSpPr>
          <p:cNvPr id="3" name="サブタイトル 2"/>
          <p:cNvSpPr>
            <a:spLocks noGrp="1"/>
          </p:cNvSpPr>
          <p:nvPr>
            <p:ph type="subTitle" idx="1"/>
          </p:nvPr>
        </p:nvSpPr>
        <p:spPr>
          <a:xfrm>
            <a:off x="1650925" y="607168"/>
            <a:ext cx="5929983" cy="65610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>
            <a:lvl1pPr marL="257175" indent="-257175" algn="ctr">
              <a:buNone/>
              <a:defRPr lang="ja-JP" altLang="en-US" sz="2000" b="0">
                <a:solidFill>
                  <a:schemeClr val="bg1"/>
                </a:solidFill>
                <a:latin typeface="+mj-lt"/>
              </a:defRPr>
            </a:lvl1pPr>
          </a:lstStyle>
          <a:p>
            <a:pPr lvl="0"/>
            <a:r>
              <a:rPr lang="ja-JP" altLang="en-US"/>
              <a:t>マスター サブタイトルの書式設定</a:t>
            </a:r>
            <a:endParaRPr lang="ja-JP" altLang="en-US" dirty="0"/>
          </a:p>
        </p:txBody>
      </p:sp>
      <p:sp>
        <p:nvSpPr>
          <p:cNvPr id="14" name="タイトル 13"/>
          <p:cNvSpPr>
            <a:spLocks noGrp="1"/>
          </p:cNvSpPr>
          <p:nvPr>
            <p:ph type="title"/>
          </p:nvPr>
        </p:nvSpPr>
        <p:spPr>
          <a:xfrm>
            <a:off x="1650925" y="1299880"/>
            <a:ext cx="5929983" cy="848916"/>
          </a:xfrm>
          <a:noFill/>
          <a:ln>
            <a:noFill/>
          </a:ln>
        </p:spPr>
        <p:txBody>
          <a:bodyPr lIns="0" rIns="0" anchor="t"/>
          <a:lstStyle>
            <a:lvl1pPr algn="ctr">
              <a:defRPr lang="ja-JP" altLang="en-US" sz="3200" b="0" i="0">
                <a:solidFill>
                  <a:schemeClr val="bg1"/>
                </a:solidFill>
                <a:latin typeface="Verdana" panose="020B0604030504040204" pitchFamily="34" charset="0"/>
                <a:ea typeface="+mj-ea"/>
                <a:cs typeface="Verdana" panose="020B0604030504040204" pitchFamily="34" charset="0"/>
              </a:defRPr>
            </a:lvl1pPr>
          </a:lstStyle>
          <a:p>
            <a:pPr lvl="0"/>
            <a:r>
              <a:rPr lang="ja-JP" altLang="en-US"/>
              <a:t>マスター タイトルの書式設定</a:t>
            </a:r>
            <a:endParaRPr lang="ja-JP" altLang="en-US" dirty="0"/>
          </a:p>
        </p:txBody>
      </p:sp>
      <p:sp>
        <p:nvSpPr>
          <p:cNvPr id="16" name="テキスト プレースホルダー 15"/>
          <p:cNvSpPr>
            <a:spLocks noGrp="1"/>
          </p:cNvSpPr>
          <p:nvPr>
            <p:ph type="body" sz="quarter" idx="10"/>
          </p:nvPr>
        </p:nvSpPr>
        <p:spPr>
          <a:xfrm>
            <a:off x="2985713" y="3952989"/>
            <a:ext cx="3260407" cy="566738"/>
          </a:xfrm>
          <a:prstGeom prst="rect">
            <a:avLst/>
          </a:prstGeom>
        </p:spPr>
        <p:txBody>
          <a:bodyPr lIns="0" rIns="0"/>
          <a:lstStyle>
            <a:lvl1pPr marL="0" indent="0" algn="ctr">
              <a:buNone/>
              <a:defRPr sz="900">
                <a:solidFill>
                  <a:schemeClr val="bg1"/>
                </a:solidFill>
                <a:latin typeface="+mj-lt"/>
              </a:defRPr>
            </a:lvl1pPr>
            <a:lvl2pPr marL="342900" indent="0">
              <a:buNone/>
              <a:defRPr>
                <a:solidFill>
                  <a:schemeClr val="bg1"/>
                </a:solidFill>
              </a:defRPr>
            </a:lvl2pPr>
            <a:lvl3pPr marL="685800" indent="0">
              <a:buNone/>
              <a:defRPr>
                <a:solidFill>
                  <a:schemeClr val="bg1"/>
                </a:solidFill>
              </a:defRPr>
            </a:lvl3pPr>
            <a:lvl4pPr marL="1028700" indent="0">
              <a:buNone/>
              <a:defRPr>
                <a:solidFill>
                  <a:schemeClr val="bg1"/>
                </a:solidFill>
              </a:defRPr>
            </a:lvl4pPr>
            <a:lvl5pPr marL="1371600" indent="0">
              <a:buNone/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ja-JP" altLang="en-US"/>
              <a:t>マスター テキストの書式設定</a:t>
            </a:r>
          </a:p>
        </p:txBody>
      </p:sp>
      <p:pic>
        <p:nvPicPr>
          <p:cNvPr id="24" name="図 23">
            <a:extLst>
              <a:ext uri="{FF2B5EF4-FFF2-40B4-BE49-F238E27FC236}">
                <a16:creationId xmlns:a16="http://schemas.microsoft.com/office/drawing/2014/main" id="{C5155DF3-135E-184B-B846-FFAC32D27F0C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2833220" y="3572999"/>
            <a:ext cx="3565392" cy="220030"/>
          </a:xfrm>
          <a:prstGeom prst="rect">
            <a:avLst/>
          </a:prstGeom>
        </p:spPr>
      </p:pic>
      <p:sp>
        <p:nvSpPr>
          <p:cNvPr id="25" name="正方形/長方形 24">
            <a:extLst>
              <a:ext uri="{FF2B5EF4-FFF2-40B4-BE49-F238E27FC236}">
                <a16:creationId xmlns:a16="http://schemas.microsoft.com/office/drawing/2014/main" id="{3D26E1B0-BA5A-5448-A4DD-A0FC82461300}"/>
              </a:ext>
            </a:extLst>
          </p:cNvPr>
          <p:cNvSpPr/>
          <p:nvPr userDrawn="1"/>
        </p:nvSpPr>
        <p:spPr>
          <a:xfrm>
            <a:off x="0" y="4812300"/>
            <a:ext cx="9144000" cy="3312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spcAft>
                <a:spcPts val="600"/>
              </a:spcAft>
            </a:pPr>
            <a:endParaRPr kumimoji="1" lang="ja-JP" altLang="en-US" sz="1600" b="0">
              <a:solidFill>
                <a:schemeClr val="tx2"/>
              </a:solidFill>
            </a:endParaRPr>
          </a:p>
        </p:txBody>
      </p:sp>
      <p:pic>
        <p:nvPicPr>
          <p:cNvPr id="26" name="図 25">
            <a:extLst>
              <a:ext uri="{FF2B5EF4-FFF2-40B4-BE49-F238E27FC236}">
                <a16:creationId xmlns:a16="http://schemas.microsoft.com/office/drawing/2014/main" id="{78F17D80-9DA4-9244-A582-2C5998936EF4}"/>
              </a:ext>
            </a:extLst>
          </p:cNvPr>
          <p:cNvPicPr>
            <a:picLocks noChangeAspect="1"/>
          </p:cNvPicPr>
          <p:nvPr userDrawn="1"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7355597" y="4806223"/>
            <a:ext cx="1431186" cy="338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7652734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ユーザー設定レイアウ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348FFCEC-E3E7-EB43-BCFE-0CF6C5ECBE7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</p:spTree>
    <p:extLst>
      <p:ext uri="{BB962C8B-B14F-4D97-AF65-F5344CB8AC3E}">
        <p14:creationId xmlns:p14="http://schemas.microsoft.com/office/powerpoint/2010/main" val="18774170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ユーザー設定レイアウ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図 17">
            <a:extLst>
              <a:ext uri="{FF2B5EF4-FFF2-40B4-BE49-F238E27FC236}">
                <a16:creationId xmlns:a16="http://schemas.microsoft.com/office/drawing/2014/main" id="{07BC2B83-60F5-D644-B1D5-FBBB75E8AF46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t="-2" b="317"/>
          <a:stretch>
            <a:fillRect/>
          </a:stretch>
        </p:blipFill>
        <p:spPr bwMode="auto">
          <a:xfrm>
            <a:off x="-77788" y="-26988"/>
            <a:ext cx="9221788" cy="51704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2" name="タイトル 11"/>
          <p:cNvSpPr>
            <a:spLocks noGrp="1"/>
          </p:cNvSpPr>
          <p:nvPr>
            <p:ph type="title"/>
          </p:nvPr>
        </p:nvSpPr>
        <p:spPr>
          <a:xfrm>
            <a:off x="1547664" y="1851670"/>
            <a:ext cx="5184576" cy="1116124"/>
          </a:xfrm>
        </p:spPr>
        <p:txBody>
          <a:bodyPr/>
          <a:lstStyle>
            <a:lvl1pPr>
              <a:lnSpc>
                <a:spcPct val="120000"/>
              </a:lnSpc>
              <a:defRPr sz="2400" b="0">
                <a:solidFill>
                  <a:schemeClr val="tx2"/>
                </a:solidFill>
              </a:defRPr>
            </a:lvl1pPr>
          </a:lstStyle>
          <a:p>
            <a:r>
              <a:rPr lang="ja-JP" altLang="en-US"/>
              <a:t>マスター タイトルの書式設定</a:t>
            </a:r>
          </a:p>
        </p:txBody>
      </p:sp>
    </p:spTree>
    <p:extLst>
      <p:ext uri="{BB962C8B-B14F-4D97-AF65-F5344CB8AC3E}">
        <p14:creationId xmlns:p14="http://schemas.microsoft.com/office/powerpoint/2010/main" val="205973313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本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>
          <a:xfrm>
            <a:off x="791580" y="231490"/>
            <a:ext cx="7740860" cy="539353"/>
          </a:xfrm>
        </p:spPr>
        <p:txBody>
          <a:bodyPr/>
          <a:lstStyle>
            <a:lvl1pPr>
              <a:defRPr>
                <a:latin typeface="+mj-lt"/>
              </a:defRPr>
            </a:lvl1pPr>
          </a:lstStyle>
          <a:p>
            <a:r>
              <a:rPr lang="ja-JP" altLang="en-US"/>
              <a:t>マスター タイトルの書式設定</a:t>
            </a:r>
            <a:endParaRPr lang="ja-JP" altLang="en-US" dirty="0"/>
          </a:p>
        </p:txBody>
      </p:sp>
      <p:sp>
        <p:nvSpPr>
          <p:cNvPr id="8" name="コンテンツ プレースホルダー 7"/>
          <p:cNvSpPr>
            <a:spLocks noGrp="1"/>
          </p:cNvSpPr>
          <p:nvPr>
            <p:ph sz="quarter" idx="10"/>
          </p:nvPr>
        </p:nvSpPr>
        <p:spPr>
          <a:xfrm>
            <a:off x="791580" y="844154"/>
            <a:ext cx="7740860" cy="3726656"/>
          </a:xfrm>
        </p:spPr>
        <p:txBody>
          <a:bodyPr/>
          <a:lstStyle>
            <a:lvl1pPr>
              <a:defRPr>
                <a:latin typeface="+mj-lt"/>
                <a:ea typeface="+mn-ea"/>
              </a:defRPr>
            </a:lvl1pPr>
            <a:lvl2pPr>
              <a:defRPr>
                <a:latin typeface="+mj-lt"/>
                <a:ea typeface="+mn-ea"/>
              </a:defRPr>
            </a:lvl2pPr>
            <a:lvl3pPr>
              <a:defRPr>
                <a:latin typeface="+mj-lt"/>
                <a:ea typeface="+mn-ea"/>
              </a:defRPr>
            </a:lvl3pPr>
            <a:lvl4pPr>
              <a:defRPr>
                <a:latin typeface="+mj-lt"/>
                <a:ea typeface="+mn-ea"/>
              </a:defRPr>
            </a:lvl4pPr>
            <a:lvl5pPr>
              <a:defRPr>
                <a:latin typeface="+mj-lt"/>
                <a:ea typeface="+mn-ea"/>
              </a:defRPr>
            </a:lvl5pPr>
          </a:lstStyle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 dirty="0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 dirty="0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 dirty="0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 dirty="0"/>
              <a:t>5 </a:t>
            </a:r>
            <a:r>
              <a:rPr lang="ja-JP" altLang="en-US"/>
              <a:t>レベル</a:t>
            </a:r>
            <a:endParaRPr lang="ja-JP" altLang="en-US" dirty="0"/>
          </a:p>
        </p:txBody>
      </p:sp>
    </p:spTree>
    <p:extLst>
      <p:ext uri="{BB962C8B-B14F-4D97-AF65-F5344CB8AC3E}">
        <p14:creationId xmlns:p14="http://schemas.microsoft.com/office/powerpoint/2010/main" val="240071187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.png"/><Relationship Id="rId5" Type="http://schemas.openxmlformats.org/officeDocument/2006/relationships/theme" Target="../theme/theme1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正方形/長方形 14">
            <a:extLst>
              <a:ext uri="{FF2B5EF4-FFF2-40B4-BE49-F238E27FC236}">
                <a16:creationId xmlns:a16="http://schemas.microsoft.com/office/drawing/2014/main" id="{6D8AF313-FA43-8B44-99A2-94B3B217A3DB}"/>
              </a:ext>
            </a:extLst>
          </p:cNvPr>
          <p:cNvSpPr/>
          <p:nvPr userDrawn="1"/>
        </p:nvSpPr>
        <p:spPr>
          <a:xfrm>
            <a:off x="0" y="4812300"/>
            <a:ext cx="9144000" cy="3312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spcAft>
                <a:spcPts val="600"/>
              </a:spcAft>
            </a:pPr>
            <a:endParaRPr kumimoji="1" lang="ja-JP" altLang="en-US" sz="1600" b="0">
              <a:solidFill>
                <a:schemeClr val="tx2"/>
              </a:solidFill>
            </a:endParaRPr>
          </a:p>
        </p:txBody>
      </p:sp>
      <p:pic>
        <p:nvPicPr>
          <p:cNvPr id="16" name="図 15">
            <a:extLst>
              <a:ext uri="{FF2B5EF4-FFF2-40B4-BE49-F238E27FC236}">
                <a16:creationId xmlns:a16="http://schemas.microsoft.com/office/drawing/2014/main" id="{17259C9D-5CB0-3843-ADC8-36E98BDD0F1E}"/>
              </a:ext>
            </a:extLst>
          </p:cNvPr>
          <p:cNvPicPr>
            <a:picLocks noChangeAspect="1"/>
          </p:cNvPicPr>
          <p:nvPr userDrawn="1"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7355597" y="4806223"/>
            <a:ext cx="1431186" cy="338400"/>
          </a:xfrm>
          <a:prstGeom prst="rect">
            <a:avLst/>
          </a:prstGeom>
        </p:spPr>
      </p:pic>
      <p:grpSp>
        <p:nvGrpSpPr>
          <p:cNvPr id="17" name="グループ化 16">
            <a:extLst>
              <a:ext uri="{FF2B5EF4-FFF2-40B4-BE49-F238E27FC236}">
                <a16:creationId xmlns:a16="http://schemas.microsoft.com/office/drawing/2014/main" id="{723EB7AB-FE3A-4446-ADA9-CDB5A9D6BA5F}"/>
              </a:ext>
            </a:extLst>
          </p:cNvPr>
          <p:cNvGrpSpPr/>
          <p:nvPr userDrawn="1"/>
        </p:nvGrpSpPr>
        <p:grpSpPr>
          <a:xfrm>
            <a:off x="-10106" y="-652"/>
            <a:ext cx="3155196" cy="1224727"/>
            <a:chOff x="-10106" y="-9119"/>
            <a:chExt cx="3155196" cy="1224727"/>
          </a:xfrm>
        </p:grpSpPr>
        <p:sp>
          <p:nvSpPr>
            <p:cNvPr id="21" name="フリーフォーム 20">
              <a:extLst>
                <a:ext uri="{FF2B5EF4-FFF2-40B4-BE49-F238E27FC236}">
                  <a16:creationId xmlns:a16="http://schemas.microsoft.com/office/drawing/2014/main" id="{E480E72E-89B7-E740-B0E5-7974430E5A3C}"/>
                </a:ext>
              </a:extLst>
            </p:cNvPr>
            <p:cNvSpPr/>
            <p:nvPr/>
          </p:nvSpPr>
          <p:spPr>
            <a:xfrm>
              <a:off x="-6930" y="-8467"/>
              <a:ext cx="709426" cy="1224075"/>
            </a:xfrm>
            <a:custGeom>
              <a:avLst/>
              <a:gdLst>
                <a:gd name="connsiteX0" fmla="*/ 8600536 w 8600536"/>
                <a:gd name="connsiteY0" fmla="*/ 0 h 4666890"/>
                <a:gd name="connsiteX1" fmla="*/ 5917721 w 8600536"/>
                <a:gd name="connsiteY1" fmla="*/ 4666890 h 4666890"/>
                <a:gd name="connsiteX2" fmla="*/ 0 w 8600536"/>
                <a:gd name="connsiteY2" fmla="*/ 4666890 h 4666890"/>
                <a:gd name="connsiteX3" fmla="*/ 0 w 8600536"/>
                <a:gd name="connsiteY3" fmla="*/ 8626 h 4666890"/>
                <a:gd name="connsiteX4" fmla="*/ 8600536 w 8600536"/>
                <a:gd name="connsiteY4" fmla="*/ 0 h 4666890"/>
                <a:gd name="connsiteX0" fmla="*/ 8600536 w 8600536"/>
                <a:gd name="connsiteY0" fmla="*/ 19759 h 4686649"/>
                <a:gd name="connsiteX1" fmla="*/ 5917721 w 8600536"/>
                <a:gd name="connsiteY1" fmla="*/ 4686649 h 4686649"/>
                <a:gd name="connsiteX2" fmla="*/ 0 w 8600536"/>
                <a:gd name="connsiteY2" fmla="*/ 4686649 h 4686649"/>
                <a:gd name="connsiteX3" fmla="*/ 2710730 w 8600536"/>
                <a:gd name="connsiteY3" fmla="*/ 0 h 4686649"/>
                <a:gd name="connsiteX4" fmla="*/ 8600536 w 8600536"/>
                <a:gd name="connsiteY4" fmla="*/ 19759 h 4686649"/>
                <a:gd name="connsiteX0" fmla="*/ 5960768 w 5960768"/>
                <a:gd name="connsiteY0" fmla="*/ 19759 h 4686649"/>
                <a:gd name="connsiteX1" fmla="*/ 3277953 w 5960768"/>
                <a:gd name="connsiteY1" fmla="*/ 4686649 h 4686649"/>
                <a:gd name="connsiteX2" fmla="*/ 0 w 5960768"/>
                <a:gd name="connsiteY2" fmla="*/ 4672457 h 4686649"/>
                <a:gd name="connsiteX3" fmla="*/ 70962 w 5960768"/>
                <a:gd name="connsiteY3" fmla="*/ 0 h 4686649"/>
                <a:gd name="connsiteX4" fmla="*/ 5960768 w 5960768"/>
                <a:gd name="connsiteY4" fmla="*/ 19759 h 4686649"/>
                <a:gd name="connsiteX0" fmla="*/ 5889806 w 5889806"/>
                <a:gd name="connsiteY0" fmla="*/ 19759 h 4686649"/>
                <a:gd name="connsiteX1" fmla="*/ 3206991 w 5889806"/>
                <a:gd name="connsiteY1" fmla="*/ 4686649 h 4686649"/>
                <a:gd name="connsiteX2" fmla="*/ 0 w 5889806"/>
                <a:gd name="connsiteY2" fmla="*/ 0 h 4686649"/>
                <a:gd name="connsiteX3" fmla="*/ 5889806 w 5889806"/>
                <a:gd name="connsiteY3" fmla="*/ 19759 h 4686649"/>
                <a:gd name="connsiteX0" fmla="*/ 2682816 w 2682816"/>
                <a:gd name="connsiteY0" fmla="*/ 1 h 4666891"/>
                <a:gd name="connsiteX1" fmla="*/ 1 w 2682816"/>
                <a:gd name="connsiteY1" fmla="*/ 4666891 h 4666891"/>
                <a:gd name="connsiteX2" fmla="*/ 315277 w 2682816"/>
                <a:gd name="connsiteY2" fmla="*/ 416885 h 4666891"/>
                <a:gd name="connsiteX3" fmla="*/ 2682816 w 2682816"/>
                <a:gd name="connsiteY3" fmla="*/ 1 h 4666891"/>
                <a:gd name="connsiteX0" fmla="*/ 2716854 w 2716854"/>
                <a:gd name="connsiteY0" fmla="*/ 1 h 4666891"/>
                <a:gd name="connsiteX1" fmla="*/ 34039 w 2716854"/>
                <a:gd name="connsiteY1" fmla="*/ 4666891 h 4666891"/>
                <a:gd name="connsiteX2" fmla="*/ 0 w 2716854"/>
                <a:gd name="connsiteY2" fmla="*/ 38462 h 4666891"/>
                <a:gd name="connsiteX3" fmla="*/ 2716854 w 2716854"/>
                <a:gd name="connsiteY3" fmla="*/ 1 h 4666891"/>
                <a:gd name="connsiteX0" fmla="*/ 2704749 w 2704749"/>
                <a:gd name="connsiteY0" fmla="*/ 1 h 4666891"/>
                <a:gd name="connsiteX1" fmla="*/ 21934 w 2704749"/>
                <a:gd name="connsiteY1" fmla="*/ 4666891 h 4666891"/>
                <a:gd name="connsiteX2" fmla="*/ 0 w 2704749"/>
                <a:gd name="connsiteY2" fmla="*/ 2146 h 4666891"/>
                <a:gd name="connsiteX3" fmla="*/ 2704749 w 2704749"/>
                <a:gd name="connsiteY3" fmla="*/ 1 h 466689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704749" h="4666891">
                  <a:moveTo>
                    <a:pt x="2704749" y="1"/>
                  </a:moveTo>
                  <a:lnTo>
                    <a:pt x="21934" y="4666891"/>
                  </a:lnTo>
                  <a:lnTo>
                    <a:pt x="0" y="2146"/>
                  </a:lnTo>
                  <a:lnTo>
                    <a:pt x="2704749" y="1"/>
                  </a:lnTo>
                  <a:close/>
                </a:path>
              </a:pathLst>
            </a:custGeom>
            <a:gradFill flip="none" rotWithShape="1">
              <a:gsLst>
                <a:gs pos="0">
                  <a:schemeClr val="bg1">
                    <a:lumMod val="96000"/>
                  </a:schemeClr>
                </a:gs>
                <a:gs pos="97000">
                  <a:schemeClr val="accent5"/>
                </a:gs>
              </a:gsLst>
              <a:path path="circle">
                <a:fillToRect l="100000" b="100000"/>
              </a:path>
              <a:tileRect t="-100000" r="-10000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spcAft>
                  <a:spcPts val="600"/>
                </a:spcAft>
              </a:pPr>
              <a:endParaRPr kumimoji="1" lang="ja-JP" altLang="en-US" sz="1600" b="0">
                <a:solidFill>
                  <a:schemeClr val="tx2"/>
                </a:solidFill>
              </a:endParaRPr>
            </a:p>
          </p:txBody>
        </p:sp>
        <p:sp>
          <p:nvSpPr>
            <p:cNvPr id="22" name="フリーフォーム 21">
              <a:extLst>
                <a:ext uri="{FF2B5EF4-FFF2-40B4-BE49-F238E27FC236}">
                  <a16:creationId xmlns:a16="http://schemas.microsoft.com/office/drawing/2014/main" id="{67D1997D-CBDA-E64F-BF7F-40CD6CA3EAA0}"/>
                </a:ext>
              </a:extLst>
            </p:cNvPr>
            <p:cNvSpPr/>
            <p:nvPr/>
          </p:nvSpPr>
          <p:spPr>
            <a:xfrm>
              <a:off x="-8166" y="-9119"/>
              <a:ext cx="1012700" cy="647862"/>
            </a:xfrm>
            <a:custGeom>
              <a:avLst/>
              <a:gdLst>
                <a:gd name="connsiteX0" fmla="*/ 4045789 w 4045789"/>
                <a:gd name="connsiteY0" fmla="*/ 0 h 1630392"/>
                <a:gd name="connsiteX1" fmla="*/ 4045789 w 4045789"/>
                <a:gd name="connsiteY1" fmla="*/ 0 h 1630392"/>
                <a:gd name="connsiteX2" fmla="*/ 3096883 w 4045789"/>
                <a:gd name="connsiteY2" fmla="*/ 1630392 h 1630392"/>
                <a:gd name="connsiteX3" fmla="*/ 0 w 4045789"/>
                <a:gd name="connsiteY3" fmla="*/ 1630392 h 1630392"/>
                <a:gd name="connsiteX4" fmla="*/ 0 w 4045789"/>
                <a:gd name="connsiteY4" fmla="*/ 8626 h 1630392"/>
                <a:gd name="connsiteX5" fmla="*/ 4045789 w 4045789"/>
                <a:gd name="connsiteY5" fmla="*/ 0 h 1630392"/>
                <a:gd name="connsiteX0" fmla="*/ 4045789 w 4045789"/>
                <a:gd name="connsiteY0" fmla="*/ 0 h 1642217"/>
                <a:gd name="connsiteX1" fmla="*/ 4045789 w 4045789"/>
                <a:gd name="connsiteY1" fmla="*/ 0 h 1642217"/>
                <a:gd name="connsiteX2" fmla="*/ 3096883 w 4045789"/>
                <a:gd name="connsiteY2" fmla="*/ 1630392 h 1642217"/>
                <a:gd name="connsiteX3" fmla="*/ 1477955 w 4045789"/>
                <a:gd name="connsiteY3" fmla="*/ 1642217 h 1642217"/>
                <a:gd name="connsiteX4" fmla="*/ 0 w 4045789"/>
                <a:gd name="connsiteY4" fmla="*/ 8626 h 1642217"/>
                <a:gd name="connsiteX5" fmla="*/ 4045789 w 4045789"/>
                <a:gd name="connsiteY5" fmla="*/ 0 h 1642217"/>
                <a:gd name="connsiteX0" fmla="*/ 2579658 w 2579658"/>
                <a:gd name="connsiteY0" fmla="*/ 3199 h 1645416"/>
                <a:gd name="connsiteX1" fmla="*/ 2579658 w 2579658"/>
                <a:gd name="connsiteY1" fmla="*/ 3199 h 1645416"/>
                <a:gd name="connsiteX2" fmla="*/ 1630752 w 2579658"/>
                <a:gd name="connsiteY2" fmla="*/ 1633591 h 1645416"/>
                <a:gd name="connsiteX3" fmla="*/ 11824 w 2579658"/>
                <a:gd name="connsiteY3" fmla="*/ 1645416 h 1645416"/>
                <a:gd name="connsiteX4" fmla="*/ 0 w 2579658"/>
                <a:gd name="connsiteY4" fmla="*/ 0 h 1645416"/>
                <a:gd name="connsiteX5" fmla="*/ 2579658 w 2579658"/>
                <a:gd name="connsiteY5" fmla="*/ 3199 h 1645416"/>
                <a:gd name="connsiteX0" fmla="*/ 2579658 w 2579658"/>
                <a:gd name="connsiteY0" fmla="*/ 84076 h 1645416"/>
                <a:gd name="connsiteX1" fmla="*/ 2579658 w 2579658"/>
                <a:gd name="connsiteY1" fmla="*/ 3199 h 1645416"/>
                <a:gd name="connsiteX2" fmla="*/ 1630752 w 2579658"/>
                <a:gd name="connsiteY2" fmla="*/ 1633591 h 1645416"/>
                <a:gd name="connsiteX3" fmla="*/ 11824 w 2579658"/>
                <a:gd name="connsiteY3" fmla="*/ 1645416 h 1645416"/>
                <a:gd name="connsiteX4" fmla="*/ 0 w 2579658"/>
                <a:gd name="connsiteY4" fmla="*/ 0 h 1645416"/>
                <a:gd name="connsiteX5" fmla="*/ 2579658 w 2579658"/>
                <a:gd name="connsiteY5" fmla="*/ 84076 h 1645416"/>
                <a:gd name="connsiteX0" fmla="*/ 2781851 w 2781851"/>
                <a:gd name="connsiteY0" fmla="*/ 0 h 1787795"/>
                <a:gd name="connsiteX1" fmla="*/ 2579658 w 2781851"/>
                <a:gd name="connsiteY1" fmla="*/ 145578 h 1787795"/>
                <a:gd name="connsiteX2" fmla="*/ 1630752 w 2781851"/>
                <a:gd name="connsiteY2" fmla="*/ 1775970 h 1787795"/>
                <a:gd name="connsiteX3" fmla="*/ 11824 w 2781851"/>
                <a:gd name="connsiteY3" fmla="*/ 1787795 h 1787795"/>
                <a:gd name="connsiteX4" fmla="*/ 0 w 2781851"/>
                <a:gd name="connsiteY4" fmla="*/ 142379 h 1787795"/>
                <a:gd name="connsiteX5" fmla="*/ 2781851 w 2781851"/>
                <a:gd name="connsiteY5" fmla="*/ 0 h 1787795"/>
                <a:gd name="connsiteX0" fmla="*/ 0 w 2579658"/>
                <a:gd name="connsiteY0" fmla="*/ 0 h 1645416"/>
                <a:gd name="connsiteX1" fmla="*/ 2579658 w 2579658"/>
                <a:gd name="connsiteY1" fmla="*/ 3199 h 1645416"/>
                <a:gd name="connsiteX2" fmla="*/ 1630752 w 2579658"/>
                <a:gd name="connsiteY2" fmla="*/ 1633591 h 1645416"/>
                <a:gd name="connsiteX3" fmla="*/ 11824 w 2579658"/>
                <a:gd name="connsiteY3" fmla="*/ 1645416 h 1645416"/>
                <a:gd name="connsiteX4" fmla="*/ 0 w 2579658"/>
                <a:gd name="connsiteY4" fmla="*/ 0 h 1645416"/>
                <a:gd name="connsiteX0" fmla="*/ 0 w 2523044"/>
                <a:gd name="connsiteY0" fmla="*/ 0 h 1645416"/>
                <a:gd name="connsiteX1" fmla="*/ 2523044 w 2523044"/>
                <a:gd name="connsiteY1" fmla="*/ 100252 h 1645416"/>
                <a:gd name="connsiteX2" fmla="*/ 1630752 w 2523044"/>
                <a:gd name="connsiteY2" fmla="*/ 1633591 h 1645416"/>
                <a:gd name="connsiteX3" fmla="*/ 11824 w 2523044"/>
                <a:gd name="connsiteY3" fmla="*/ 1645416 h 1645416"/>
                <a:gd name="connsiteX4" fmla="*/ 0 w 2523044"/>
                <a:gd name="connsiteY4" fmla="*/ 0 h 1645416"/>
                <a:gd name="connsiteX0" fmla="*/ 0 w 2579658"/>
                <a:gd name="connsiteY0" fmla="*/ 4888 h 1650304"/>
                <a:gd name="connsiteX1" fmla="*/ 2579658 w 2579658"/>
                <a:gd name="connsiteY1" fmla="*/ 0 h 1650304"/>
                <a:gd name="connsiteX2" fmla="*/ 1630752 w 2579658"/>
                <a:gd name="connsiteY2" fmla="*/ 1638479 h 1650304"/>
                <a:gd name="connsiteX3" fmla="*/ 11824 w 2579658"/>
                <a:gd name="connsiteY3" fmla="*/ 1650304 h 1650304"/>
                <a:gd name="connsiteX4" fmla="*/ 0 w 2579658"/>
                <a:gd name="connsiteY4" fmla="*/ 4888 h 165030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579658" h="1650304">
                  <a:moveTo>
                    <a:pt x="0" y="4888"/>
                  </a:moveTo>
                  <a:lnTo>
                    <a:pt x="2579658" y="0"/>
                  </a:lnTo>
                  <a:lnTo>
                    <a:pt x="1630752" y="1638479"/>
                  </a:lnTo>
                  <a:lnTo>
                    <a:pt x="11824" y="1650304"/>
                  </a:lnTo>
                  <a:cubicBezTo>
                    <a:pt x="7883" y="1101832"/>
                    <a:pt x="3941" y="553360"/>
                    <a:pt x="0" y="4888"/>
                  </a:cubicBezTo>
                  <a:close/>
                </a:path>
              </a:pathLst>
            </a:custGeom>
            <a:gradFill flip="none" rotWithShape="1">
              <a:gsLst>
                <a:gs pos="0">
                  <a:schemeClr val="bg1">
                    <a:alpha val="35000"/>
                  </a:schemeClr>
                </a:gs>
                <a:gs pos="96000">
                  <a:srgbClr val="DE6700"/>
                </a:gs>
              </a:gsLst>
              <a:path path="circle">
                <a:fillToRect r="100000" b="100000"/>
              </a:path>
              <a:tileRect l="-100000" t="-10000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spcAft>
                  <a:spcPts val="600"/>
                </a:spcAft>
              </a:pPr>
              <a:endParaRPr kumimoji="1" lang="ja-JP" altLang="en-US" sz="1600" b="0">
                <a:solidFill>
                  <a:schemeClr val="tx2"/>
                </a:solidFill>
              </a:endParaRPr>
            </a:p>
          </p:txBody>
        </p:sp>
        <p:sp>
          <p:nvSpPr>
            <p:cNvPr id="23" name="フリーフォーム 22">
              <a:extLst>
                <a:ext uri="{FF2B5EF4-FFF2-40B4-BE49-F238E27FC236}">
                  <a16:creationId xmlns:a16="http://schemas.microsoft.com/office/drawing/2014/main" id="{011EF147-C874-7B49-BFFD-4974D61FA399}"/>
                </a:ext>
              </a:extLst>
            </p:cNvPr>
            <p:cNvSpPr/>
            <p:nvPr/>
          </p:nvSpPr>
          <p:spPr>
            <a:xfrm>
              <a:off x="-10106" y="-8467"/>
              <a:ext cx="3155196" cy="227788"/>
            </a:xfrm>
            <a:custGeom>
              <a:avLst/>
              <a:gdLst>
                <a:gd name="connsiteX0" fmla="*/ 4045789 w 4045789"/>
                <a:gd name="connsiteY0" fmla="*/ 0 h 1630392"/>
                <a:gd name="connsiteX1" fmla="*/ 4045789 w 4045789"/>
                <a:gd name="connsiteY1" fmla="*/ 0 h 1630392"/>
                <a:gd name="connsiteX2" fmla="*/ 3096883 w 4045789"/>
                <a:gd name="connsiteY2" fmla="*/ 1630392 h 1630392"/>
                <a:gd name="connsiteX3" fmla="*/ 0 w 4045789"/>
                <a:gd name="connsiteY3" fmla="*/ 1630392 h 1630392"/>
                <a:gd name="connsiteX4" fmla="*/ 0 w 4045789"/>
                <a:gd name="connsiteY4" fmla="*/ 8626 h 1630392"/>
                <a:gd name="connsiteX5" fmla="*/ 4045789 w 4045789"/>
                <a:gd name="connsiteY5" fmla="*/ 0 h 1630392"/>
                <a:gd name="connsiteX0" fmla="*/ 23887615 w 23887615"/>
                <a:gd name="connsiteY0" fmla="*/ 0 h 1630392"/>
                <a:gd name="connsiteX1" fmla="*/ 23887615 w 23887615"/>
                <a:gd name="connsiteY1" fmla="*/ 0 h 1630392"/>
                <a:gd name="connsiteX2" fmla="*/ 22938709 w 23887615"/>
                <a:gd name="connsiteY2" fmla="*/ 1630392 h 1630392"/>
                <a:gd name="connsiteX3" fmla="*/ 0 w 23887615"/>
                <a:gd name="connsiteY3" fmla="*/ 1565690 h 1630392"/>
                <a:gd name="connsiteX4" fmla="*/ 19841826 w 23887615"/>
                <a:gd name="connsiteY4" fmla="*/ 8626 h 1630392"/>
                <a:gd name="connsiteX5" fmla="*/ 23887615 w 23887615"/>
                <a:gd name="connsiteY5" fmla="*/ 0 h 1630392"/>
                <a:gd name="connsiteX0" fmla="*/ 23930751 w 23930751"/>
                <a:gd name="connsiteY0" fmla="*/ 34508 h 1664900"/>
                <a:gd name="connsiteX1" fmla="*/ 23930751 w 23930751"/>
                <a:gd name="connsiteY1" fmla="*/ 34508 h 1664900"/>
                <a:gd name="connsiteX2" fmla="*/ 22981845 w 23930751"/>
                <a:gd name="connsiteY2" fmla="*/ 1664900 h 1664900"/>
                <a:gd name="connsiteX3" fmla="*/ 43136 w 23930751"/>
                <a:gd name="connsiteY3" fmla="*/ 1600198 h 1664900"/>
                <a:gd name="connsiteX4" fmla="*/ 0 w 23930751"/>
                <a:gd name="connsiteY4" fmla="*/ 0 h 1664900"/>
                <a:gd name="connsiteX5" fmla="*/ 23930751 w 23930751"/>
                <a:gd name="connsiteY5" fmla="*/ 34508 h 1664900"/>
                <a:gd name="connsiteX0" fmla="*/ 23930751 w 23930751"/>
                <a:gd name="connsiteY0" fmla="*/ 34508 h 1664900"/>
                <a:gd name="connsiteX1" fmla="*/ 23930751 w 23930751"/>
                <a:gd name="connsiteY1" fmla="*/ 34508 h 1664900"/>
                <a:gd name="connsiteX2" fmla="*/ 22981845 w 23930751"/>
                <a:gd name="connsiteY2" fmla="*/ 1664900 h 1664900"/>
                <a:gd name="connsiteX3" fmla="*/ 1339820 w 23930751"/>
                <a:gd name="connsiteY3" fmla="*/ 1600196 h 1664900"/>
                <a:gd name="connsiteX4" fmla="*/ 0 w 23930751"/>
                <a:gd name="connsiteY4" fmla="*/ 0 h 1664900"/>
                <a:gd name="connsiteX5" fmla="*/ 23930751 w 23930751"/>
                <a:gd name="connsiteY5" fmla="*/ 34508 h 1664900"/>
                <a:gd name="connsiteX0" fmla="*/ 22600824 w 22600824"/>
                <a:gd name="connsiteY0" fmla="*/ 1264 h 1631656"/>
                <a:gd name="connsiteX1" fmla="*/ 22600824 w 22600824"/>
                <a:gd name="connsiteY1" fmla="*/ 1264 h 1631656"/>
                <a:gd name="connsiteX2" fmla="*/ 21651918 w 22600824"/>
                <a:gd name="connsiteY2" fmla="*/ 1631656 h 1631656"/>
                <a:gd name="connsiteX3" fmla="*/ 9893 w 22600824"/>
                <a:gd name="connsiteY3" fmla="*/ 1566952 h 1631656"/>
                <a:gd name="connsiteX4" fmla="*/ 0 w 22600824"/>
                <a:gd name="connsiteY4" fmla="*/ 0 h 1631656"/>
                <a:gd name="connsiteX5" fmla="*/ 22600824 w 22600824"/>
                <a:gd name="connsiteY5" fmla="*/ 1264 h 163165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22600824" h="1631656">
                  <a:moveTo>
                    <a:pt x="22600824" y="1264"/>
                  </a:moveTo>
                  <a:lnTo>
                    <a:pt x="22600824" y="1264"/>
                  </a:lnTo>
                  <a:lnTo>
                    <a:pt x="21651918" y="1631656"/>
                  </a:lnTo>
                  <a:lnTo>
                    <a:pt x="9893" y="1566952"/>
                  </a:lnTo>
                  <a:cubicBezTo>
                    <a:pt x="6595" y="1044635"/>
                    <a:pt x="3298" y="522317"/>
                    <a:pt x="0" y="0"/>
                  </a:cubicBezTo>
                  <a:lnTo>
                    <a:pt x="22600824" y="1264"/>
                  </a:lnTo>
                  <a:close/>
                </a:path>
              </a:pathLst>
            </a:custGeom>
            <a:gradFill flip="none" rotWithShape="1">
              <a:gsLst>
                <a:gs pos="0">
                  <a:schemeClr val="accent2"/>
                </a:gs>
                <a:gs pos="96000">
                  <a:schemeClr val="accent6">
                    <a:alpha val="45000"/>
                    <a:lumMod val="43000"/>
                    <a:lumOff val="57000"/>
                  </a:schemeClr>
                </a:gs>
              </a:gsLst>
              <a:path path="circle">
                <a:fillToRect l="100000" b="100000"/>
              </a:path>
              <a:tileRect t="-100000" r="-10000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spcAft>
                  <a:spcPts val="600"/>
                </a:spcAft>
              </a:pPr>
              <a:endParaRPr kumimoji="1" lang="ja-JP" altLang="en-US" sz="1600" b="0">
                <a:solidFill>
                  <a:schemeClr val="tx2"/>
                </a:solidFill>
              </a:endParaRPr>
            </a:p>
          </p:txBody>
        </p:sp>
      </p:grpSp>
      <p:sp>
        <p:nvSpPr>
          <p:cNvPr id="12" name="Rectangle 30">
            <a:extLst>
              <a:ext uri="{FF2B5EF4-FFF2-40B4-BE49-F238E27FC236}">
                <a16:creationId xmlns:a16="http://schemas.microsoft.com/office/drawing/2014/main" id="{24B8B787-D0A4-A347-A905-45BC730F512F}"/>
              </a:ext>
            </a:extLst>
          </p:cNvPr>
          <p:cNvSpPr txBox="1">
            <a:spLocks noChangeArrowheads="1"/>
          </p:cNvSpPr>
          <p:nvPr userDrawn="1"/>
        </p:nvSpPr>
        <p:spPr>
          <a:xfrm>
            <a:off x="268288" y="4875213"/>
            <a:ext cx="4908550" cy="161925"/>
          </a:xfrm>
          <a:prstGeom prst="rect">
            <a:avLst/>
          </a:prstGeom>
          <a:ln/>
        </p:spPr>
        <p:txBody>
          <a:bodyPr/>
          <a:lstStyle>
            <a:lvl1pPr algn="l" eaLnBrk="0" hangingPunct="0">
              <a:defRPr kumimoji="1" sz="2400" b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1pPr>
            <a:lvl2pPr marL="742950" indent="-285750" algn="l" eaLnBrk="0" hangingPunct="0">
              <a:defRPr kumimoji="1" sz="2400" b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2pPr>
            <a:lvl3pPr marL="1143000" indent="-228600" algn="l" eaLnBrk="0" hangingPunct="0">
              <a:defRPr kumimoji="1" sz="2400" b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3pPr>
            <a:lvl4pPr marL="1600200" indent="-228600" algn="l" eaLnBrk="0" hangingPunct="0">
              <a:defRPr kumimoji="1" sz="2400" b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4pPr>
            <a:lvl5pPr marL="2057400" indent="-228600" algn="l" eaLnBrk="0" hangingPunct="0">
              <a:defRPr kumimoji="1" sz="2400" b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9pPr>
          </a:lstStyle>
          <a:p>
            <a:pPr eaLnBrk="1" hangingPunct="1">
              <a:defRPr/>
            </a:pPr>
            <a:r>
              <a:rPr lang="en-US" altLang="ja-JP" sz="600" b="0" dirty="0">
                <a:solidFill>
                  <a:schemeClr val="bg1"/>
                </a:solidFill>
                <a:latin typeface="Verdana" pitchFamily="34" charset="0"/>
              </a:rPr>
              <a:t>© Kawasaki Heavy Industries, Ltd. All Rights Reserved</a:t>
            </a:r>
          </a:p>
        </p:txBody>
      </p:sp>
      <p:sp>
        <p:nvSpPr>
          <p:cNvPr id="1032" name="タイトル プレースホルダー 1">
            <a:extLst>
              <a:ext uri="{FF2B5EF4-FFF2-40B4-BE49-F238E27FC236}">
                <a16:creationId xmlns:a16="http://schemas.microsoft.com/office/drawing/2014/main" id="{399A9B2E-770A-9348-BE12-6C3DEBDB9687}"/>
              </a:ext>
            </a:extLst>
          </p:cNvPr>
          <p:cNvSpPr>
            <a:spLocks noGrp="1"/>
          </p:cNvSpPr>
          <p:nvPr>
            <p:ph type="title"/>
          </p:nvPr>
        </p:nvSpPr>
        <p:spPr bwMode="auto">
          <a:xfrm>
            <a:off x="790575" y="219075"/>
            <a:ext cx="7742238" cy="4222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ja-JP"/>
              <a:t>Title</a:t>
            </a:r>
            <a:endParaRPr lang="ja-JP" altLang="en-US"/>
          </a:p>
        </p:txBody>
      </p:sp>
      <p:sp>
        <p:nvSpPr>
          <p:cNvPr id="1027" name="テキスト プレースホルダー 11">
            <a:extLst>
              <a:ext uri="{FF2B5EF4-FFF2-40B4-BE49-F238E27FC236}">
                <a16:creationId xmlns:a16="http://schemas.microsoft.com/office/drawing/2014/main" id="{0AE4FA9C-9461-3140-A3F6-526A3D0595B4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xfrm>
            <a:off x="790575" y="844550"/>
            <a:ext cx="7742238" cy="3725863"/>
          </a:xfrm>
          <a:prstGeom prst="rect">
            <a:avLst/>
          </a:prstGeom>
          <a:noFill/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ja-JP" dirty="0"/>
              <a:t>Level1</a:t>
            </a:r>
            <a:endParaRPr lang="ja-JP" altLang="en-US"/>
          </a:p>
          <a:p>
            <a:pPr lvl="1"/>
            <a:r>
              <a:rPr lang="en-US" altLang="ja-JP" dirty="0"/>
              <a:t>Level2</a:t>
            </a:r>
            <a:endParaRPr lang="ja-JP" altLang="en-US"/>
          </a:p>
          <a:p>
            <a:pPr lvl="2"/>
            <a:r>
              <a:rPr lang="en-US" altLang="ja-JP" dirty="0"/>
              <a:t>Level3</a:t>
            </a:r>
            <a:endParaRPr lang="ja-JP" altLang="en-US"/>
          </a:p>
          <a:p>
            <a:pPr lvl="3"/>
            <a:r>
              <a:rPr lang="en-US" altLang="ja-JP" dirty="0"/>
              <a:t>Level4</a:t>
            </a:r>
            <a:endParaRPr lang="ja-JP" altLang="en-US"/>
          </a:p>
          <a:p>
            <a:pPr lvl="4"/>
            <a:r>
              <a:rPr lang="en-US" altLang="ja-JP" dirty="0"/>
              <a:t>Level5</a:t>
            </a:r>
            <a:endParaRPr lang="ja-JP" altLang="en-US"/>
          </a:p>
        </p:txBody>
      </p:sp>
      <p:sp>
        <p:nvSpPr>
          <p:cNvPr id="9" name="テキスト ボックス 10">
            <a:extLst>
              <a:ext uri="{FF2B5EF4-FFF2-40B4-BE49-F238E27FC236}">
                <a16:creationId xmlns:a16="http://schemas.microsoft.com/office/drawing/2014/main" id="{109C9CF1-1653-A240-AC41-832BF6FD02AB}"/>
              </a:ext>
            </a:extLst>
          </p:cNvPr>
          <p:cNvSpPr txBox="1">
            <a:spLocks noChangeArrowheads="1"/>
          </p:cNvSpPr>
          <p:nvPr userDrawn="1"/>
        </p:nvSpPr>
        <p:spPr bwMode="auto">
          <a:xfrm>
            <a:off x="8820150" y="4883150"/>
            <a:ext cx="266700" cy="246063"/>
          </a:xfrm>
          <a:prstGeom prst="rect">
            <a:avLst/>
          </a:prstGeom>
          <a:noFill/>
          <a:ln>
            <a:noFill/>
          </a:ln>
        </p:spPr>
        <p:txBody>
          <a:bodyPr lIns="0" rIns="0">
            <a:spAutoFit/>
          </a:bodyPr>
          <a:lstStyle>
            <a:lvl1pPr eaLnBrk="0" hangingPunct="0">
              <a:defRPr kumimoji="1" sz="2400" b="1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1pPr>
            <a:lvl2pPr marL="742950" indent="-285750" eaLnBrk="0" hangingPunct="0">
              <a:defRPr kumimoji="1" sz="2400" b="1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2pPr>
            <a:lvl3pPr marL="1143000" indent="-228600" eaLnBrk="0" hangingPunct="0">
              <a:defRPr kumimoji="1" sz="2400" b="1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3pPr>
            <a:lvl4pPr marL="1600200" indent="-228600" eaLnBrk="0" hangingPunct="0">
              <a:defRPr kumimoji="1" sz="2400" b="1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4pPr>
            <a:lvl5pPr marL="2057400" indent="-228600" eaLnBrk="0" hangingPunct="0">
              <a:defRPr kumimoji="1" sz="2400" b="1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9pPr>
          </a:lstStyle>
          <a:p>
            <a:pPr eaLnBrk="1" hangingPunct="1">
              <a:defRPr/>
            </a:pPr>
            <a:fld id="{A3B0EBCB-9662-ED48-94B0-BAA91A881CD9}" type="slidenum">
              <a:rPr lang="ja-JP" altLang="en-US" sz="1000" smtClean="0">
                <a:solidFill>
                  <a:schemeClr val="bg1"/>
                </a:solidFill>
              </a:rPr>
              <a:pPr eaLnBrk="1" hangingPunct="1">
                <a:defRPr/>
              </a:pPr>
              <a:t>‹#›</a:t>
            </a:fld>
            <a:endParaRPr lang="ja-JP" altLang="en-US" sz="1000">
              <a:solidFill>
                <a:schemeClr val="bg1"/>
              </a:solidFill>
            </a:endParaRPr>
          </a:p>
        </p:txBody>
      </p:sp>
      <p:sp>
        <p:nvSpPr>
          <p:cNvPr id="25" name="フリーフォーム 24">
            <a:extLst>
              <a:ext uri="{FF2B5EF4-FFF2-40B4-BE49-F238E27FC236}">
                <a16:creationId xmlns:a16="http://schemas.microsoft.com/office/drawing/2014/main" id="{D08802EA-1546-464D-BED7-CF3CA100C9EF}"/>
              </a:ext>
            </a:extLst>
          </p:cNvPr>
          <p:cNvSpPr>
            <a:spLocks noChangeAspect="1"/>
          </p:cNvSpPr>
          <p:nvPr userDrawn="1"/>
        </p:nvSpPr>
        <p:spPr>
          <a:xfrm rot="10800000">
            <a:off x="8783591" y="4188991"/>
            <a:ext cx="363582" cy="624808"/>
          </a:xfrm>
          <a:custGeom>
            <a:avLst/>
            <a:gdLst>
              <a:gd name="connsiteX0" fmla="*/ 8600536 w 8600536"/>
              <a:gd name="connsiteY0" fmla="*/ 0 h 4666890"/>
              <a:gd name="connsiteX1" fmla="*/ 5917721 w 8600536"/>
              <a:gd name="connsiteY1" fmla="*/ 4666890 h 4666890"/>
              <a:gd name="connsiteX2" fmla="*/ 0 w 8600536"/>
              <a:gd name="connsiteY2" fmla="*/ 4666890 h 4666890"/>
              <a:gd name="connsiteX3" fmla="*/ 0 w 8600536"/>
              <a:gd name="connsiteY3" fmla="*/ 8626 h 4666890"/>
              <a:gd name="connsiteX4" fmla="*/ 8600536 w 8600536"/>
              <a:gd name="connsiteY4" fmla="*/ 0 h 4666890"/>
              <a:gd name="connsiteX0" fmla="*/ 8600536 w 8600536"/>
              <a:gd name="connsiteY0" fmla="*/ 19759 h 4686649"/>
              <a:gd name="connsiteX1" fmla="*/ 5917721 w 8600536"/>
              <a:gd name="connsiteY1" fmla="*/ 4686649 h 4686649"/>
              <a:gd name="connsiteX2" fmla="*/ 0 w 8600536"/>
              <a:gd name="connsiteY2" fmla="*/ 4686649 h 4686649"/>
              <a:gd name="connsiteX3" fmla="*/ 2710730 w 8600536"/>
              <a:gd name="connsiteY3" fmla="*/ 0 h 4686649"/>
              <a:gd name="connsiteX4" fmla="*/ 8600536 w 8600536"/>
              <a:gd name="connsiteY4" fmla="*/ 19759 h 4686649"/>
              <a:gd name="connsiteX0" fmla="*/ 5960768 w 5960768"/>
              <a:gd name="connsiteY0" fmla="*/ 19759 h 4686649"/>
              <a:gd name="connsiteX1" fmla="*/ 3277953 w 5960768"/>
              <a:gd name="connsiteY1" fmla="*/ 4686649 h 4686649"/>
              <a:gd name="connsiteX2" fmla="*/ 0 w 5960768"/>
              <a:gd name="connsiteY2" fmla="*/ 4672457 h 4686649"/>
              <a:gd name="connsiteX3" fmla="*/ 70962 w 5960768"/>
              <a:gd name="connsiteY3" fmla="*/ 0 h 4686649"/>
              <a:gd name="connsiteX4" fmla="*/ 5960768 w 5960768"/>
              <a:gd name="connsiteY4" fmla="*/ 19759 h 4686649"/>
              <a:gd name="connsiteX0" fmla="*/ 5889806 w 5889806"/>
              <a:gd name="connsiteY0" fmla="*/ 19759 h 4686649"/>
              <a:gd name="connsiteX1" fmla="*/ 3206991 w 5889806"/>
              <a:gd name="connsiteY1" fmla="*/ 4686649 h 4686649"/>
              <a:gd name="connsiteX2" fmla="*/ 0 w 5889806"/>
              <a:gd name="connsiteY2" fmla="*/ 0 h 4686649"/>
              <a:gd name="connsiteX3" fmla="*/ 5889806 w 5889806"/>
              <a:gd name="connsiteY3" fmla="*/ 19759 h 4686649"/>
              <a:gd name="connsiteX0" fmla="*/ 2682816 w 2682816"/>
              <a:gd name="connsiteY0" fmla="*/ 1 h 4666891"/>
              <a:gd name="connsiteX1" fmla="*/ 1 w 2682816"/>
              <a:gd name="connsiteY1" fmla="*/ 4666891 h 4666891"/>
              <a:gd name="connsiteX2" fmla="*/ 315277 w 2682816"/>
              <a:gd name="connsiteY2" fmla="*/ 416885 h 4666891"/>
              <a:gd name="connsiteX3" fmla="*/ 2682816 w 2682816"/>
              <a:gd name="connsiteY3" fmla="*/ 1 h 4666891"/>
              <a:gd name="connsiteX0" fmla="*/ 2716854 w 2716854"/>
              <a:gd name="connsiteY0" fmla="*/ 1 h 4666891"/>
              <a:gd name="connsiteX1" fmla="*/ 34039 w 2716854"/>
              <a:gd name="connsiteY1" fmla="*/ 4666891 h 4666891"/>
              <a:gd name="connsiteX2" fmla="*/ 0 w 2716854"/>
              <a:gd name="connsiteY2" fmla="*/ 38462 h 4666891"/>
              <a:gd name="connsiteX3" fmla="*/ 2716854 w 2716854"/>
              <a:gd name="connsiteY3" fmla="*/ 1 h 4666891"/>
              <a:gd name="connsiteX0" fmla="*/ 2599256 w 2599256"/>
              <a:gd name="connsiteY0" fmla="*/ 126177 h 4628430"/>
              <a:gd name="connsiteX1" fmla="*/ 34039 w 2599256"/>
              <a:gd name="connsiteY1" fmla="*/ 4628430 h 4628430"/>
              <a:gd name="connsiteX2" fmla="*/ 0 w 2599256"/>
              <a:gd name="connsiteY2" fmla="*/ 1 h 4628430"/>
              <a:gd name="connsiteX3" fmla="*/ 2599256 w 2599256"/>
              <a:gd name="connsiteY3" fmla="*/ 126177 h 4628430"/>
              <a:gd name="connsiteX0" fmla="*/ 2669815 w 2669815"/>
              <a:gd name="connsiteY0" fmla="*/ 8578 h 4628430"/>
              <a:gd name="connsiteX1" fmla="*/ 34039 w 2669815"/>
              <a:gd name="connsiteY1" fmla="*/ 4628430 h 4628430"/>
              <a:gd name="connsiteX2" fmla="*/ 0 w 2669815"/>
              <a:gd name="connsiteY2" fmla="*/ 1 h 4628430"/>
              <a:gd name="connsiteX3" fmla="*/ 2669815 w 2669815"/>
              <a:gd name="connsiteY3" fmla="*/ 8578 h 4628430"/>
              <a:gd name="connsiteX0" fmla="*/ 2693335 w 2693335"/>
              <a:gd name="connsiteY0" fmla="*/ 8578 h 4628430"/>
              <a:gd name="connsiteX1" fmla="*/ 34039 w 2693335"/>
              <a:gd name="connsiteY1" fmla="*/ 4628430 h 4628430"/>
              <a:gd name="connsiteX2" fmla="*/ 0 w 2693335"/>
              <a:gd name="connsiteY2" fmla="*/ 1 h 4628430"/>
              <a:gd name="connsiteX3" fmla="*/ 2693335 w 2693335"/>
              <a:gd name="connsiteY3" fmla="*/ 8578 h 462843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693335" h="4628430">
                <a:moveTo>
                  <a:pt x="2693335" y="8578"/>
                </a:moveTo>
                <a:lnTo>
                  <a:pt x="34039" y="4628430"/>
                </a:lnTo>
                <a:lnTo>
                  <a:pt x="0" y="1"/>
                </a:lnTo>
                <a:lnTo>
                  <a:pt x="2693335" y="8578"/>
                </a:lnTo>
                <a:close/>
              </a:path>
            </a:pathLst>
          </a:custGeom>
          <a:solidFill>
            <a:schemeClr val="bg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spcAft>
                <a:spcPts val="600"/>
              </a:spcAft>
            </a:pPr>
            <a:endParaRPr kumimoji="1" lang="ja-JP" altLang="en-US" sz="1600" b="0">
              <a:solidFill>
                <a:schemeClr val="tx2"/>
              </a:solidFill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795" r:id="rId1"/>
    <p:sldLayoutId id="2147483797" r:id="rId2"/>
    <p:sldLayoutId id="2147483796" r:id="rId3"/>
    <p:sldLayoutId id="2147483794" r:id="rId4"/>
  </p:sldLayoutIdLst>
  <p:txStyles>
    <p:titleStyle>
      <a:lvl1pPr algn="l" rtl="0" eaLnBrk="0" fontAlgn="base" hangingPunct="0">
        <a:spcBef>
          <a:spcPct val="0"/>
        </a:spcBef>
        <a:spcAft>
          <a:spcPct val="0"/>
        </a:spcAft>
        <a:defRPr kumimoji="1" lang="ja-JP" altLang="en-US" b="1" kern="1200">
          <a:solidFill>
            <a:schemeClr val="tx1"/>
          </a:solidFill>
          <a:latin typeface="+mj-lt"/>
          <a:ea typeface="ＭＳ Ｐゴシック" charset="0"/>
          <a:cs typeface="ＭＳ Ｐゴシック" charset="0"/>
        </a:defRPr>
      </a:lvl1pPr>
      <a:lvl2pPr algn="l" rtl="0" eaLnBrk="0" fontAlgn="base" hangingPunct="0">
        <a:spcBef>
          <a:spcPct val="0"/>
        </a:spcBef>
        <a:spcAft>
          <a:spcPct val="0"/>
        </a:spcAft>
        <a:defRPr kumimoji="1" b="1">
          <a:solidFill>
            <a:schemeClr val="tx1"/>
          </a:solidFill>
          <a:latin typeface="Verdana" pitchFamily="34" charset="0"/>
          <a:ea typeface="ＭＳ Ｐゴシック" charset="0"/>
          <a:cs typeface="ＭＳ Ｐゴシック" charset="0"/>
        </a:defRPr>
      </a:lvl2pPr>
      <a:lvl3pPr algn="l" rtl="0" eaLnBrk="0" fontAlgn="base" hangingPunct="0">
        <a:spcBef>
          <a:spcPct val="0"/>
        </a:spcBef>
        <a:spcAft>
          <a:spcPct val="0"/>
        </a:spcAft>
        <a:defRPr kumimoji="1" b="1">
          <a:solidFill>
            <a:schemeClr val="tx1"/>
          </a:solidFill>
          <a:latin typeface="Verdana" pitchFamily="34" charset="0"/>
          <a:ea typeface="ＭＳ Ｐゴシック" charset="0"/>
          <a:cs typeface="ＭＳ Ｐゴシック" charset="0"/>
        </a:defRPr>
      </a:lvl3pPr>
      <a:lvl4pPr algn="l" rtl="0" eaLnBrk="0" fontAlgn="base" hangingPunct="0">
        <a:spcBef>
          <a:spcPct val="0"/>
        </a:spcBef>
        <a:spcAft>
          <a:spcPct val="0"/>
        </a:spcAft>
        <a:defRPr kumimoji="1" b="1">
          <a:solidFill>
            <a:schemeClr val="tx1"/>
          </a:solidFill>
          <a:latin typeface="Verdana" pitchFamily="34" charset="0"/>
          <a:ea typeface="ＭＳ Ｐゴシック" charset="0"/>
          <a:cs typeface="ＭＳ Ｐゴシック" charset="0"/>
        </a:defRPr>
      </a:lvl4pPr>
      <a:lvl5pPr algn="l" rtl="0" eaLnBrk="0" fontAlgn="base" hangingPunct="0">
        <a:spcBef>
          <a:spcPct val="0"/>
        </a:spcBef>
        <a:spcAft>
          <a:spcPct val="0"/>
        </a:spcAft>
        <a:defRPr kumimoji="1" b="1">
          <a:solidFill>
            <a:schemeClr val="tx1"/>
          </a:solidFill>
          <a:latin typeface="Verdana" pitchFamily="34" charset="0"/>
          <a:ea typeface="ＭＳ Ｐゴシック" charset="0"/>
          <a:cs typeface="ＭＳ Ｐゴシック" charset="0"/>
        </a:defRPr>
      </a:lvl5pPr>
      <a:lvl6pPr marL="342900" algn="l" rtl="0" fontAlgn="base">
        <a:spcBef>
          <a:spcPct val="0"/>
        </a:spcBef>
        <a:spcAft>
          <a:spcPct val="0"/>
        </a:spcAft>
        <a:defRPr kumimoji="1" sz="1800" b="1">
          <a:solidFill>
            <a:schemeClr val="tx1"/>
          </a:solidFill>
          <a:latin typeface="Verdana" pitchFamily="34" charset="0"/>
        </a:defRPr>
      </a:lvl6pPr>
      <a:lvl7pPr marL="685800" algn="l" rtl="0" fontAlgn="base">
        <a:spcBef>
          <a:spcPct val="0"/>
        </a:spcBef>
        <a:spcAft>
          <a:spcPct val="0"/>
        </a:spcAft>
        <a:defRPr kumimoji="1" sz="1800" b="1">
          <a:solidFill>
            <a:schemeClr val="tx1"/>
          </a:solidFill>
          <a:latin typeface="Verdana" pitchFamily="34" charset="0"/>
        </a:defRPr>
      </a:lvl7pPr>
      <a:lvl8pPr marL="1028700" algn="l" rtl="0" fontAlgn="base">
        <a:spcBef>
          <a:spcPct val="0"/>
        </a:spcBef>
        <a:spcAft>
          <a:spcPct val="0"/>
        </a:spcAft>
        <a:defRPr kumimoji="1" sz="1800" b="1">
          <a:solidFill>
            <a:schemeClr val="tx1"/>
          </a:solidFill>
          <a:latin typeface="Verdana" pitchFamily="34" charset="0"/>
        </a:defRPr>
      </a:lvl8pPr>
      <a:lvl9pPr marL="1371600" algn="l" rtl="0" fontAlgn="base">
        <a:spcBef>
          <a:spcPct val="0"/>
        </a:spcBef>
        <a:spcAft>
          <a:spcPct val="0"/>
        </a:spcAft>
        <a:defRPr kumimoji="1" sz="1800" b="1">
          <a:solidFill>
            <a:schemeClr val="tx1"/>
          </a:solidFill>
          <a:latin typeface="Verdana" pitchFamily="34" charset="0"/>
        </a:defRPr>
      </a:lvl9pPr>
    </p:titleStyle>
    <p:bodyStyle>
      <a:lvl1pPr marL="257175" indent="-257175" algn="l" rtl="0" eaLnBrk="0" fontAlgn="base" hangingPunct="0">
        <a:spcBef>
          <a:spcPct val="20000"/>
        </a:spcBef>
        <a:spcAft>
          <a:spcPct val="0"/>
        </a:spcAft>
        <a:buFont typeface="Wingdings" pitchFamily="2" charset="2"/>
        <a:buChar char="n"/>
        <a:defRPr kumimoji="1" lang="ja-JP" altLang="en-US" kern="1200" dirty="0">
          <a:solidFill>
            <a:schemeClr val="tx1"/>
          </a:solidFill>
          <a:latin typeface="+mj-lt"/>
          <a:ea typeface="ＭＳ Ｐゴシック" charset="0"/>
          <a:cs typeface="ＭＳ Ｐゴシック" charset="0"/>
        </a:defRPr>
      </a:lvl1pPr>
      <a:lvl2pPr marL="557213" indent="-214313" algn="l" rtl="0" eaLnBrk="0" fontAlgn="base" hangingPunct="0">
        <a:spcBef>
          <a:spcPct val="20000"/>
        </a:spcBef>
        <a:spcAft>
          <a:spcPct val="0"/>
        </a:spcAft>
        <a:buFont typeface="Wingdings" pitchFamily="2" charset="2"/>
        <a:buChar char="l"/>
        <a:defRPr kumimoji="1" lang="ja-JP" altLang="en-US" sz="1500" kern="1200" dirty="0">
          <a:solidFill>
            <a:schemeClr val="tx1"/>
          </a:solidFill>
          <a:latin typeface="+mj-lt"/>
          <a:ea typeface="ＭＳ Ｐゴシック" charset="0"/>
          <a:cs typeface="+mn-cs"/>
        </a:defRPr>
      </a:lvl2pPr>
      <a:lvl3pPr marL="857250" indent="-17145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•"/>
        <a:defRPr kumimoji="1" lang="ja-JP" altLang="en-US" kern="1200" dirty="0">
          <a:solidFill>
            <a:schemeClr val="tx1"/>
          </a:solidFill>
          <a:latin typeface="+mj-lt"/>
          <a:ea typeface="ＭＳ Ｐゴシック" charset="0"/>
          <a:cs typeface="+mn-cs"/>
        </a:defRPr>
      </a:lvl3pPr>
      <a:lvl4pPr marL="1200150" indent="-17145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–"/>
        <a:defRPr kumimoji="1" lang="ja-JP" altLang="en-US" sz="1000" kern="1200" dirty="0">
          <a:solidFill>
            <a:schemeClr val="tx1"/>
          </a:solidFill>
          <a:latin typeface="+mj-lt"/>
          <a:ea typeface="ＭＳ Ｐゴシック" charset="0"/>
          <a:cs typeface="+mn-cs"/>
        </a:defRPr>
      </a:lvl4pPr>
      <a:lvl5pPr marL="1543050" indent="-17145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»"/>
        <a:defRPr kumimoji="1" lang="ja-JP" altLang="en-US" sz="900" kern="1200" dirty="0">
          <a:solidFill>
            <a:schemeClr val="tx1"/>
          </a:solidFill>
          <a:latin typeface="+mj-lt"/>
          <a:ea typeface="ＭＳ Ｐゴシック" charset="0"/>
          <a:cs typeface="+mn-cs"/>
        </a:defRPr>
      </a:lvl5pPr>
      <a:lvl6pPr marL="1885950" indent="-171450" algn="l" defTabSz="685800" rtl="0" eaLnBrk="1" latinLnBrk="0" hangingPunct="1">
        <a:spcBef>
          <a:spcPct val="20000"/>
        </a:spcBef>
        <a:buFont typeface="Arial" pitchFamily="34" charset="0"/>
        <a:buChar char="•"/>
        <a:defRPr kumimoji="1" sz="150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spcBef>
          <a:spcPct val="20000"/>
        </a:spcBef>
        <a:buFont typeface="Arial" pitchFamily="34" charset="0"/>
        <a:buChar char="•"/>
        <a:defRPr kumimoji="1" sz="150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spcBef>
          <a:spcPct val="20000"/>
        </a:spcBef>
        <a:buFont typeface="Arial" pitchFamily="34" charset="0"/>
        <a:buChar char="•"/>
        <a:defRPr kumimoji="1" sz="150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spcBef>
          <a:spcPct val="20000"/>
        </a:spcBef>
        <a:buFont typeface="Arial" pitchFamily="34" charset="0"/>
        <a:buChar char="•"/>
        <a:defRPr kumimoji="1" sz="15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ja-JP"/>
      </a:defPPr>
      <a:lvl1pPr marL="0" algn="l" defTabSz="685800" rtl="0" eaLnBrk="1" latinLnBrk="0" hangingPunct="1">
        <a:defRPr kumimoji="1"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kumimoji="1"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kumimoji="1"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kumimoji="1"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kumimoji="1"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kumimoji="1"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kumimoji="1"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kumimoji="1"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kumimoji="1"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emf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4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4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4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4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4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4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4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4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4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4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4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19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4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22.png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テキスト プレースホルダー 4">
            <a:extLst>
              <a:ext uri="{FF2B5EF4-FFF2-40B4-BE49-F238E27FC236}">
                <a16:creationId xmlns:a16="http://schemas.microsoft.com/office/drawing/2014/main" id="{4FC10238-BB9B-55EE-3A59-36C7A13E7308}"/>
              </a:ext>
            </a:extLst>
          </p:cNvPr>
          <p:cNvSpPr txBox="1">
            <a:spLocks/>
          </p:cNvSpPr>
          <p:nvPr/>
        </p:nvSpPr>
        <p:spPr bwMode="auto">
          <a:xfrm>
            <a:off x="2791326" y="3559201"/>
            <a:ext cx="3623224" cy="281868"/>
          </a:xfrm>
          <a:prstGeom prst="rect">
            <a:avLst/>
          </a:prstGeom>
          <a:solidFill>
            <a:srgbClr val="969494"/>
          </a:solidFill>
          <a:ln>
            <a:noFill/>
          </a:ln>
        </p:spPr>
        <p:txBody>
          <a:bodyPr vert="horz" wrap="square" lIns="0" tIns="45720" rIns="0" bIns="45720" numCol="1" anchor="t" anchorCtr="0" compatLnSpc="1">
            <a:prstTxWarp prst="textNoShape">
              <a:avLst/>
            </a:prstTxWarp>
            <a:normAutofit fontScale="70000" lnSpcReduction="20000"/>
          </a:bodyPr>
          <a:lstStyle>
            <a:lvl1pPr marL="0" indent="0" algn="ctr" rtl="0" eaLnBrk="1" fontAlgn="base" hangingPunct="1">
              <a:spcBef>
                <a:spcPct val="20000"/>
              </a:spcBef>
              <a:spcAft>
                <a:spcPct val="0"/>
              </a:spcAft>
              <a:buFont typeface="Wingdings" pitchFamily="2" charset="2"/>
              <a:buNone/>
              <a:defRPr kumimoji="1" lang="ja-JP" altLang="en-US" sz="1200" kern="1200">
                <a:solidFill>
                  <a:schemeClr val="bg1"/>
                </a:solidFill>
                <a:latin typeface="+mn-ea"/>
                <a:ea typeface="+mn-ea"/>
                <a:cs typeface="メイリオ" panose="020B0604030504040204" pitchFamily="50" charset="-128"/>
              </a:defRPr>
            </a:lvl1pPr>
            <a:lvl2pPr marL="457200" indent="0" algn="l" rtl="0" eaLnBrk="1" fontAlgn="base" hangingPunct="1">
              <a:spcBef>
                <a:spcPct val="20000"/>
              </a:spcBef>
              <a:spcAft>
                <a:spcPct val="0"/>
              </a:spcAft>
              <a:buFont typeface="Wingdings" pitchFamily="2" charset="2"/>
              <a:buNone/>
              <a:defRPr kumimoji="1" lang="ja-JP" altLang="en-US" sz="2000" kern="1200">
                <a:solidFill>
                  <a:schemeClr val="bg1"/>
                </a:solidFill>
                <a:latin typeface="+mn-ea"/>
                <a:ea typeface="+mn-ea"/>
                <a:cs typeface="メイリオ" panose="020B0604030504040204" pitchFamily="50" charset="-128"/>
              </a:defRPr>
            </a:lvl2pPr>
            <a:lvl3pPr marL="914400" indent="0" algn="l" rtl="0" eaLnBrk="1" fontAlgn="base" hangingPunct="1">
              <a:spcBef>
                <a:spcPct val="20000"/>
              </a:spcBef>
              <a:spcAft>
                <a:spcPct val="0"/>
              </a:spcAft>
              <a:buFont typeface="Arial" charset="0"/>
              <a:buNone/>
              <a:defRPr kumimoji="1" lang="ja-JP" altLang="en-US" kern="1200">
                <a:solidFill>
                  <a:schemeClr val="bg1"/>
                </a:solidFill>
                <a:latin typeface="+mn-ea"/>
                <a:ea typeface="+mn-ea"/>
                <a:cs typeface="メイリオ" panose="020B0604030504040204" pitchFamily="50" charset="-128"/>
              </a:defRPr>
            </a:lvl3pPr>
            <a:lvl4pPr marL="1371600" indent="0" algn="l" rtl="0" eaLnBrk="1" fontAlgn="base" hangingPunct="1">
              <a:spcBef>
                <a:spcPct val="20000"/>
              </a:spcBef>
              <a:spcAft>
                <a:spcPct val="0"/>
              </a:spcAft>
              <a:buFont typeface="Arial" charset="0"/>
              <a:buNone/>
              <a:defRPr kumimoji="1" lang="ja-JP" altLang="en-US" sz="1400" kern="1200">
                <a:solidFill>
                  <a:schemeClr val="bg1"/>
                </a:solidFill>
                <a:latin typeface="+mn-ea"/>
                <a:ea typeface="+mn-ea"/>
                <a:cs typeface="メイリオ" panose="020B0604030504040204" pitchFamily="50" charset="-128"/>
              </a:defRPr>
            </a:lvl4pPr>
            <a:lvl5pPr marL="1828800" indent="0" algn="l" rtl="0" eaLnBrk="1" fontAlgn="base" hangingPunct="1">
              <a:spcBef>
                <a:spcPct val="20000"/>
              </a:spcBef>
              <a:spcAft>
                <a:spcPct val="0"/>
              </a:spcAft>
              <a:buFont typeface="Arial" charset="0"/>
              <a:buNone/>
              <a:defRPr kumimoji="1" lang="ja-JP" altLang="en-US" sz="1200" kern="1200">
                <a:solidFill>
                  <a:schemeClr val="bg1"/>
                </a:solidFill>
                <a:latin typeface="+mn-ea"/>
                <a:ea typeface="+mn-ea"/>
                <a:cs typeface="メイリオ" panose="020B0604030504040204" pitchFamily="50" charset="-128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ja-JP" altLang="en-US" sz="2000" b="1" dirty="0">
              <a:solidFill>
                <a:srgbClr val="002060"/>
              </a:solidFill>
            </a:endParaRPr>
          </a:p>
        </p:txBody>
      </p:sp>
      <p:sp>
        <p:nvSpPr>
          <p:cNvPr id="4" name="!Text1">
            <a:extLst>
              <a:ext uri="{FF2B5EF4-FFF2-40B4-BE49-F238E27FC236}">
                <a16:creationId xmlns:a16="http://schemas.microsoft.com/office/drawing/2014/main" id="{31808405-19E1-8543-AF21-D9BE5026CF1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80154" y="1897548"/>
            <a:ext cx="7245568" cy="606066"/>
          </a:xfrm>
        </p:spPr>
        <p:txBody>
          <a:bodyPr/>
          <a:lstStyle/>
          <a:p>
            <a:r>
              <a:rPr lang="en-US" sz="2400" b="1" dirty="0" err="1">
                <a:ea typeface="+mj-lt"/>
                <a:cs typeface="+mj-lt"/>
              </a:rPr>
              <a:t>Toraberu</a:t>
            </a:r>
            <a:r>
              <a:rPr lang="en-US" sz="2400" b="1" dirty="0">
                <a:ea typeface="+mj-lt"/>
                <a:cs typeface="+mj-lt"/>
              </a:rPr>
              <a:t> – Requesting a Dispatch Step by Step</a:t>
            </a:r>
            <a:endParaRPr kumimoji="1" lang="ja-JP" altLang="en-US" sz="2400" b="1" dirty="0"/>
          </a:p>
        </p:txBody>
      </p:sp>
      <p:sp>
        <p:nvSpPr>
          <p:cNvPr id="3" name="Oval 2">
            <a:extLst>
              <a:ext uri="{FF2B5EF4-FFF2-40B4-BE49-F238E27FC236}">
                <a16:creationId xmlns:a16="http://schemas.microsoft.com/office/drawing/2014/main" id="{B1D865CF-36B8-D92B-5DC5-66004A4E067E}"/>
              </a:ext>
            </a:extLst>
          </p:cNvPr>
          <p:cNvSpPr/>
          <p:nvPr/>
        </p:nvSpPr>
        <p:spPr>
          <a:xfrm>
            <a:off x="-1838325" y="-1621064"/>
            <a:ext cx="1838325" cy="1838325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spcAft>
                <a:spcPts val="600"/>
              </a:spcAft>
            </a:pPr>
            <a:endParaRPr kumimoji="1" lang="en-PH" sz="1600" b="0" dirty="0">
              <a:solidFill>
                <a:schemeClr val="tx2"/>
              </a:solidFill>
            </a:endParaRPr>
          </a:p>
        </p:txBody>
      </p:sp>
      <p:sp>
        <p:nvSpPr>
          <p:cNvPr id="6" name="Oval 5">
            <a:extLst>
              <a:ext uri="{FF2B5EF4-FFF2-40B4-BE49-F238E27FC236}">
                <a16:creationId xmlns:a16="http://schemas.microsoft.com/office/drawing/2014/main" id="{EB607474-745C-CED0-16C1-4C74493225E8}"/>
              </a:ext>
            </a:extLst>
          </p:cNvPr>
          <p:cNvSpPr/>
          <p:nvPr/>
        </p:nvSpPr>
        <p:spPr>
          <a:xfrm>
            <a:off x="-1838325" y="4881336"/>
            <a:ext cx="1838325" cy="1838325"/>
          </a:xfrm>
          <a:prstGeom prst="ellipse">
            <a:avLst/>
          </a:prstGeom>
          <a:solidFill>
            <a:schemeClr val="accent2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spcAft>
                <a:spcPts val="600"/>
              </a:spcAft>
            </a:pPr>
            <a:endParaRPr kumimoji="1" lang="en-PH" sz="1600" b="0" dirty="0">
              <a:solidFill>
                <a:schemeClr val="tx2"/>
              </a:solidFill>
            </a:endParaRPr>
          </a:p>
        </p:txBody>
      </p:sp>
      <p:sp>
        <p:nvSpPr>
          <p:cNvPr id="7" name="Oval 6">
            <a:extLst>
              <a:ext uri="{FF2B5EF4-FFF2-40B4-BE49-F238E27FC236}">
                <a16:creationId xmlns:a16="http://schemas.microsoft.com/office/drawing/2014/main" id="{A3E37218-C5AF-2327-5D2F-C975771ABEAF}"/>
              </a:ext>
            </a:extLst>
          </p:cNvPr>
          <p:cNvSpPr/>
          <p:nvPr/>
        </p:nvSpPr>
        <p:spPr>
          <a:xfrm>
            <a:off x="9143999" y="4881337"/>
            <a:ext cx="1838325" cy="1838325"/>
          </a:xfrm>
          <a:prstGeom prst="ellipse">
            <a:avLst/>
          </a:prstGeom>
          <a:solidFill>
            <a:schemeClr val="tx2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spcAft>
                <a:spcPts val="600"/>
              </a:spcAft>
            </a:pPr>
            <a:endParaRPr kumimoji="1" lang="en-PH" sz="1600" b="0" dirty="0">
              <a:solidFill>
                <a:schemeClr val="tx2"/>
              </a:solidFill>
            </a:endParaRPr>
          </a:p>
        </p:txBody>
      </p:sp>
      <p:sp>
        <p:nvSpPr>
          <p:cNvPr id="8" name="Oval 7">
            <a:extLst>
              <a:ext uri="{FF2B5EF4-FFF2-40B4-BE49-F238E27FC236}">
                <a16:creationId xmlns:a16="http://schemas.microsoft.com/office/drawing/2014/main" id="{2E555502-46FF-1F36-8282-9727CDC3F544}"/>
              </a:ext>
            </a:extLst>
          </p:cNvPr>
          <p:cNvSpPr/>
          <p:nvPr/>
        </p:nvSpPr>
        <p:spPr>
          <a:xfrm>
            <a:off x="9144000" y="-1621063"/>
            <a:ext cx="1838325" cy="1838325"/>
          </a:xfrm>
          <a:prstGeom prst="ellipse">
            <a:avLst/>
          </a:prstGeom>
          <a:solidFill>
            <a:schemeClr val="tx2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spcAft>
                <a:spcPts val="600"/>
              </a:spcAft>
            </a:pPr>
            <a:endParaRPr kumimoji="1" lang="en-PH" sz="1600" b="0" dirty="0">
              <a:solidFill>
                <a:schemeClr val="tx2"/>
              </a:solidFill>
            </a:endParaRPr>
          </a:p>
        </p:txBody>
      </p:sp>
      <p:pic>
        <p:nvPicPr>
          <p:cNvPr id="13" name="Picture 2">
            <a:extLst>
              <a:ext uri="{FF2B5EF4-FFF2-40B4-BE49-F238E27FC236}">
                <a16:creationId xmlns:a16="http://schemas.microsoft.com/office/drawing/2014/main" id="{0484DBB8-7436-E02E-ABF8-6A554B1C9F3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23274" y="3504941"/>
            <a:ext cx="821023" cy="40269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15" name="テキスト プレースホルダー 4">
            <a:extLst>
              <a:ext uri="{FF2B5EF4-FFF2-40B4-BE49-F238E27FC236}">
                <a16:creationId xmlns:a16="http://schemas.microsoft.com/office/drawing/2014/main" id="{3BAA7740-AC6A-1EB0-D96B-DF21C1250CD3}"/>
              </a:ext>
            </a:extLst>
          </p:cNvPr>
          <p:cNvSpPr txBox="1">
            <a:spLocks/>
          </p:cNvSpPr>
          <p:nvPr/>
        </p:nvSpPr>
        <p:spPr bwMode="auto">
          <a:xfrm>
            <a:off x="1998228" y="3504942"/>
            <a:ext cx="5147543" cy="848916"/>
          </a:xfrm>
          <a:prstGeom prst="rect">
            <a:avLst/>
          </a:prstGeom>
          <a:noFill/>
          <a:ln>
            <a:noFill/>
          </a:ln>
        </p:spPr>
        <p:txBody>
          <a:bodyPr vert="horz" wrap="square" lIns="0" tIns="45720" rIns="0" bIns="45720" numCol="1" anchor="t" anchorCtr="0" compatLnSpc="1">
            <a:prstTxWarp prst="textNoShape">
              <a:avLst/>
            </a:prstTxWarp>
            <a:normAutofit/>
          </a:bodyPr>
          <a:lstStyle>
            <a:lvl1pPr marL="0" indent="0" algn="ctr" rtl="0" eaLnBrk="1" fontAlgn="base" hangingPunct="1">
              <a:spcBef>
                <a:spcPct val="20000"/>
              </a:spcBef>
              <a:spcAft>
                <a:spcPct val="0"/>
              </a:spcAft>
              <a:buFont typeface="Wingdings" pitchFamily="2" charset="2"/>
              <a:buNone/>
              <a:defRPr kumimoji="1" lang="ja-JP" altLang="en-US" sz="1200" kern="1200">
                <a:solidFill>
                  <a:schemeClr val="bg1"/>
                </a:solidFill>
                <a:latin typeface="+mn-ea"/>
                <a:ea typeface="+mn-ea"/>
                <a:cs typeface="メイリオ" panose="020B0604030504040204" pitchFamily="50" charset="-128"/>
              </a:defRPr>
            </a:lvl1pPr>
            <a:lvl2pPr marL="457200" indent="0" algn="l" rtl="0" eaLnBrk="1" fontAlgn="base" hangingPunct="1">
              <a:spcBef>
                <a:spcPct val="20000"/>
              </a:spcBef>
              <a:spcAft>
                <a:spcPct val="0"/>
              </a:spcAft>
              <a:buFont typeface="Wingdings" pitchFamily="2" charset="2"/>
              <a:buNone/>
              <a:defRPr kumimoji="1" lang="ja-JP" altLang="en-US" sz="2000" kern="1200">
                <a:solidFill>
                  <a:schemeClr val="bg1"/>
                </a:solidFill>
                <a:latin typeface="+mn-ea"/>
                <a:ea typeface="+mn-ea"/>
                <a:cs typeface="メイリオ" panose="020B0604030504040204" pitchFamily="50" charset="-128"/>
              </a:defRPr>
            </a:lvl2pPr>
            <a:lvl3pPr marL="914400" indent="0" algn="l" rtl="0" eaLnBrk="1" fontAlgn="base" hangingPunct="1">
              <a:spcBef>
                <a:spcPct val="20000"/>
              </a:spcBef>
              <a:spcAft>
                <a:spcPct val="0"/>
              </a:spcAft>
              <a:buFont typeface="Arial" charset="0"/>
              <a:buNone/>
              <a:defRPr kumimoji="1" lang="ja-JP" altLang="en-US" kern="1200">
                <a:solidFill>
                  <a:schemeClr val="bg1"/>
                </a:solidFill>
                <a:latin typeface="+mn-ea"/>
                <a:ea typeface="+mn-ea"/>
                <a:cs typeface="メイリオ" panose="020B0604030504040204" pitchFamily="50" charset="-128"/>
              </a:defRPr>
            </a:lvl3pPr>
            <a:lvl4pPr marL="1371600" indent="0" algn="l" rtl="0" eaLnBrk="1" fontAlgn="base" hangingPunct="1">
              <a:spcBef>
                <a:spcPct val="20000"/>
              </a:spcBef>
              <a:spcAft>
                <a:spcPct val="0"/>
              </a:spcAft>
              <a:buFont typeface="Arial" charset="0"/>
              <a:buNone/>
              <a:defRPr kumimoji="1" lang="ja-JP" altLang="en-US" sz="1400" kern="1200">
                <a:solidFill>
                  <a:schemeClr val="bg1"/>
                </a:solidFill>
                <a:latin typeface="+mn-ea"/>
                <a:ea typeface="+mn-ea"/>
                <a:cs typeface="メイリオ" panose="020B0604030504040204" pitchFamily="50" charset="-128"/>
              </a:defRPr>
            </a:lvl4pPr>
            <a:lvl5pPr marL="1828800" indent="0" algn="l" rtl="0" eaLnBrk="1" fontAlgn="base" hangingPunct="1">
              <a:spcBef>
                <a:spcPct val="20000"/>
              </a:spcBef>
              <a:spcAft>
                <a:spcPct val="0"/>
              </a:spcAft>
              <a:buFont typeface="Arial" charset="0"/>
              <a:buNone/>
              <a:defRPr kumimoji="1" lang="ja-JP" altLang="en-US" sz="1200" kern="1200">
                <a:solidFill>
                  <a:schemeClr val="bg1"/>
                </a:solidFill>
                <a:latin typeface="+mn-ea"/>
                <a:ea typeface="+mn-ea"/>
                <a:cs typeface="メイリオ" panose="020B0604030504040204" pitchFamily="50" charset="-128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ja-JP" sz="2000" dirty="0">
                <a:solidFill>
                  <a:schemeClr val="tx1"/>
                </a:solidFill>
              </a:rPr>
              <a:t>KHI Design &amp; Technical Service, Inc.</a:t>
            </a:r>
          </a:p>
        </p:txBody>
      </p:sp>
      <p:sp>
        <p:nvSpPr>
          <p:cNvPr id="16" name="テキスト プレースホルダー 4">
            <a:extLst>
              <a:ext uri="{FF2B5EF4-FFF2-40B4-BE49-F238E27FC236}">
                <a16:creationId xmlns:a16="http://schemas.microsoft.com/office/drawing/2014/main" id="{1CC3AC15-44BA-BD3F-D369-0074E0FBC468}"/>
              </a:ext>
            </a:extLst>
          </p:cNvPr>
          <p:cNvSpPr txBox="1">
            <a:spLocks/>
          </p:cNvSpPr>
          <p:nvPr/>
        </p:nvSpPr>
        <p:spPr bwMode="auto">
          <a:xfrm>
            <a:off x="2949781" y="2832387"/>
            <a:ext cx="3244438" cy="303127"/>
          </a:xfrm>
          <a:prstGeom prst="rect">
            <a:avLst/>
          </a:prstGeom>
          <a:noFill/>
          <a:ln>
            <a:noFill/>
          </a:ln>
        </p:spPr>
        <p:txBody>
          <a:bodyPr vert="horz" wrap="square" lIns="0" tIns="45720" rIns="0" bIns="45720" numCol="1" anchor="t" anchorCtr="0" compatLnSpc="1">
            <a:prstTxWarp prst="textNoShape">
              <a:avLst/>
            </a:prstTxWarp>
          </a:bodyPr>
          <a:lstStyle>
            <a:lvl1pPr marL="0" indent="0" algn="ctr" rtl="0" eaLnBrk="1" fontAlgn="base" hangingPunct="1">
              <a:spcBef>
                <a:spcPct val="20000"/>
              </a:spcBef>
              <a:spcAft>
                <a:spcPct val="0"/>
              </a:spcAft>
              <a:buFont typeface="Wingdings" pitchFamily="2" charset="2"/>
              <a:buNone/>
              <a:defRPr kumimoji="1" lang="ja-JP" altLang="en-US" sz="900" kern="1200">
                <a:solidFill>
                  <a:schemeClr val="bg1"/>
                </a:solidFill>
                <a:latin typeface="+mj-lt"/>
                <a:ea typeface="ＭＳ Ｐゴシック" charset="0"/>
                <a:cs typeface="ＭＳ Ｐゴシック" charset="0"/>
              </a:defRPr>
            </a:lvl1pPr>
            <a:lvl2pPr marL="342900" indent="0" algn="l" rtl="0" eaLnBrk="1" fontAlgn="base" hangingPunct="1">
              <a:spcBef>
                <a:spcPct val="20000"/>
              </a:spcBef>
              <a:spcAft>
                <a:spcPct val="0"/>
              </a:spcAft>
              <a:buFont typeface="Wingdings" pitchFamily="2" charset="2"/>
              <a:buNone/>
              <a:defRPr kumimoji="1" lang="ja-JP" altLang="en-US" sz="1500" kern="1200">
                <a:solidFill>
                  <a:schemeClr val="bg1"/>
                </a:solidFill>
                <a:latin typeface="+mj-lt"/>
                <a:ea typeface="ＭＳ Ｐゴシック" charset="0"/>
                <a:cs typeface="+mn-cs"/>
              </a:defRPr>
            </a:lvl2pPr>
            <a:lvl3pPr marL="685800" indent="0" algn="l" rtl="0" eaLnBrk="1" fontAlgn="base" hangingPunct="1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None/>
              <a:defRPr kumimoji="1" lang="ja-JP" altLang="en-US" kern="1200">
                <a:solidFill>
                  <a:schemeClr val="bg1"/>
                </a:solidFill>
                <a:latin typeface="+mj-lt"/>
                <a:ea typeface="ＭＳ Ｐゴシック" charset="0"/>
                <a:cs typeface="+mn-cs"/>
              </a:defRPr>
            </a:lvl3pPr>
            <a:lvl4pPr marL="1028700" indent="0" algn="l" rtl="0" eaLnBrk="1" fontAlgn="base" hangingPunct="1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None/>
              <a:defRPr kumimoji="1" lang="ja-JP" altLang="en-US" sz="1000" kern="1200">
                <a:solidFill>
                  <a:schemeClr val="bg1"/>
                </a:solidFill>
                <a:latin typeface="+mj-lt"/>
                <a:ea typeface="ＭＳ Ｐゴシック" charset="0"/>
                <a:cs typeface="+mn-cs"/>
              </a:defRPr>
            </a:lvl4pPr>
            <a:lvl5pPr marL="1371600" indent="0" algn="l" rtl="0" eaLnBrk="1" fontAlgn="base" hangingPunct="1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None/>
              <a:defRPr kumimoji="1" lang="ja-JP" altLang="en-US" sz="900" kern="1200">
                <a:solidFill>
                  <a:schemeClr val="bg1"/>
                </a:solidFill>
                <a:latin typeface="+mj-lt"/>
                <a:ea typeface="ＭＳ Ｐゴシック" charset="0"/>
                <a:cs typeface="+mn-cs"/>
              </a:defRPr>
            </a:lvl5pPr>
            <a:lvl6pPr marL="1885950" indent="-171450" algn="l" defTabSz="6858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kumimoji="1"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228850" indent="-171450" algn="l" defTabSz="6858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kumimoji="1"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571750" indent="-171450" algn="l" defTabSz="6858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kumimoji="1"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14650" indent="-171450" algn="l" defTabSz="6858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kumimoji="1"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ja-JP" sz="1400" b="0" dirty="0">
                <a:latin typeface="+mn-ea"/>
                <a:ea typeface="+mn-ea"/>
              </a:rPr>
              <a:t>August 20, 2024</a:t>
            </a:r>
            <a:endParaRPr lang="ja-JP" altLang="en-US" sz="1400" b="0" dirty="0"/>
          </a:p>
        </p:txBody>
      </p:sp>
      <p:sp>
        <p:nvSpPr>
          <p:cNvPr id="2" name="!Text1">
            <a:extLst>
              <a:ext uri="{FF2B5EF4-FFF2-40B4-BE49-F238E27FC236}">
                <a16:creationId xmlns:a16="http://schemas.microsoft.com/office/drawing/2014/main" id="{23D3DCBF-01C2-85C0-6564-1CF4683D0711}"/>
              </a:ext>
            </a:extLst>
          </p:cNvPr>
          <p:cNvSpPr txBox="1">
            <a:spLocks/>
          </p:cNvSpPr>
          <p:nvPr/>
        </p:nvSpPr>
        <p:spPr bwMode="auto">
          <a:xfrm>
            <a:off x="949215" y="1528120"/>
            <a:ext cx="7245568" cy="60606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0" tIns="45720" rIns="0" bIns="45720" numCol="1" anchor="t" anchorCtr="0" compatLnSpc="1">
            <a:prstTxWarp prst="textNoShape">
              <a:avLst/>
            </a:prstTxWarp>
          </a:bodyPr>
          <a:lstStyle>
            <a:lvl1pPr algn="ctr" rtl="0" eaLnBrk="0" fontAlgn="base" hangingPunct="0">
              <a:spcBef>
                <a:spcPct val="0"/>
              </a:spcBef>
              <a:spcAft>
                <a:spcPct val="0"/>
              </a:spcAft>
              <a:defRPr kumimoji="1" lang="ja-JP" altLang="en-US" sz="3200" b="0" i="0" kern="1200">
                <a:solidFill>
                  <a:schemeClr val="bg1"/>
                </a:solidFill>
                <a:latin typeface="Verdana" panose="020B0604030504040204" pitchFamily="34" charset="0"/>
                <a:ea typeface="+mj-ea"/>
                <a:cs typeface="Verdana" panose="020B0604030504040204" pitchFamily="34" charset="0"/>
              </a:defRPr>
            </a:lvl1pPr>
            <a:lvl2pPr algn="l" rtl="0" eaLnBrk="0" fontAlgn="base" hangingPunct="0">
              <a:spcBef>
                <a:spcPct val="0"/>
              </a:spcBef>
              <a:spcAft>
                <a:spcPct val="0"/>
              </a:spcAft>
              <a:defRPr kumimoji="1" b="1">
                <a:solidFill>
                  <a:schemeClr val="tx1"/>
                </a:solidFill>
                <a:latin typeface="Verdana" pitchFamily="34" charset="0"/>
                <a:ea typeface="ＭＳ Ｐゴシック" charset="0"/>
                <a:cs typeface="ＭＳ Ｐゴシック" charset="0"/>
              </a:defRPr>
            </a:lvl2pPr>
            <a:lvl3pPr algn="l" rtl="0" eaLnBrk="0" fontAlgn="base" hangingPunct="0">
              <a:spcBef>
                <a:spcPct val="0"/>
              </a:spcBef>
              <a:spcAft>
                <a:spcPct val="0"/>
              </a:spcAft>
              <a:defRPr kumimoji="1" b="1">
                <a:solidFill>
                  <a:schemeClr val="tx1"/>
                </a:solidFill>
                <a:latin typeface="Verdana" pitchFamily="34" charset="0"/>
                <a:ea typeface="ＭＳ Ｐゴシック" charset="0"/>
                <a:cs typeface="ＭＳ Ｐゴシック" charset="0"/>
              </a:defRPr>
            </a:lvl3pPr>
            <a:lvl4pPr algn="l" rtl="0" eaLnBrk="0" fontAlgn="base" hangingPunct="0">
              <a:spcBef>
                <a:spcPct val="0"/>
              </a:spcBef>
              <a:spcAft>
                <a:spcPct val="0"/>
              </a:spcAft>
              <a:defRPr kumimoji="1" b="1">
                <a:solidFill>
                  <a:schemeClr val="tx1"/>
                </a:solidFill>
                <a:latin typeface="Verdana" pitchFamily="34" charset="0"/>
                <a:ea typeface="ＭＳ Ｐゴシック" charset="0"/>
                <a:cs typeface="ＭＳ Ｐゴシック" charset="0"/>
              </a:defRPr>
            </a:lvl4pPr>
            <a:lvl5pPr algn="l" rtl="0" eaLnBrk="0" fontAlgn="base" hangingPunct="0">
              <a:spcBef>
                <a:spcPct val="0"/>
              </a:spcBef>
              <a:spcAft>
                <a:spcPct val="0"/>
              </a:spcAft>
              <a:defRPr kumimoji="1" b="1">
                <a:solidFill>
                  <a:schemeClr val="tx1"/>
                </a:solidFill>
                <a:latin typeface="Verdana" pitchFamily="34" charset="0"/>
                <a:ea typeface="ＭＳ Ｐゴシック" charset="0"/>
                <a:cs typeface="ＭＳ Ｐゴシック" charset="0"/>
              </a:defRPr>
            </a:lvl5pPr>
            <a:lvl6pPr marL="342900" algn="l" rtl="0" fontAlgn="base">
              <a:spcBef>
                <a:spcPct val="0"/>
              </a:spcBef>
              <a:spcAft>
                <a:spcPct val="0"/>
              </a:spcAft>
              <a:defRPr kumimoji="1" sz="1800" b="1">
                <a:solidFill>
                  <a:schemeClr val="tx1"/>
                </a:solidFill>
                <a:latin typeface="Verdana" pitchFamily="34" charset="0"/>
              </a:defRPr>
            </a:lvl6pPr>
            <a:lvl7pPr marL="685800" algn="l" rtl="0" fontAlgn="base">
              <a:spcBef>
                <a:spcPct val="0"/>
              </a:spcBef>
              <a:spcAft>
                <a:spcPct val="0"/>
              </a:spcAft>
              <a:defRPr kumimoji="1" sz="1800" b="1">
                <a:solidFill>
                  <a:schemeClr val="tx1"/>
                </a:solidFill>
                <a:latin typeface="Verdana" pitchFamily="34" charset="0"/>
              </a:defRPr>
            </a:lvl7pPr>
            <a:lvl8pPr marL="1028700" algn="l" rtl="0" fontAlgn="base">
              <a:spcBef>
                <a:spcPct val="0"/>
              </a:spcBef>
              <a:spcAft>
                <a:spcPct val="0"/>
              </a:spcAft>
              <a:defRPr kumimoji="1" sz="1800" b="1">
                <a:solidFill>
                  <a:schemeClr val="tx1"/>
                </a:solidFill>
                <a:latin typeface="Verdana" pitchFamily="34" charset="0"/>
              </a:defRPr>
            </a:lvl8pPr>
            <a:lvl9pPr marL="1371600" algn="l" rtl="0" fontAlgn="base">
              <a:spcBef>
                <a:spcPct val="0"/>
              </a:spcBef>
              <a:spcAft>
                <a:spcPct val="0"/>
              </a:spcAft>
              <a:defRPr kumimoji="1" sz="1800" b="1">
                <a:solidFill>
                  <a:schemeClr val="tx1"/>
                </a:solidFill>
                <a:latin typeface="Verdana" pitchFamily="34" charset="0"/>
              </a:defRPr>
            </a:lvl9pPr>
          </a:lstStyle>
          <a:p>
            <a:endParaRPr lang="en-US" sz="2000" b="1" dirty="0"/>
          </a:p>
        </p:txBody>
      </p:sp>
    </p:spTree>
    <p:extLst>
      <p:ext uri="{BB962C8B-B14F-4D97-AF65-F5344CB8AC3E}">
        <p14:creationId xmlns:p14="http://schemas.microsoft.com/office/powerpoint/2010/main" val="412929750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path" presetSubtype="0" accel="50000" decel="5000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8.33333E-7 -2.46914E-7 L 0.60052 0.60154 " pathEditMode="relative" rAng="0" ptsTypes="AA">
                                      <p:cBhvr>
                                        <p:cTn id="6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30017" y="30062"/>
                                    </p:animMotion>
                                  </p:childTnLst>
                                </p:cTn>
                              </p:par>
                              <p:par>
                                <p:cTn id="7" presetID="42" presetClass="path" presetSubtype="0" accel="50000" decel="50000" fill="hold" grpId="0" nodeType="withEffect">
                                  <p:stCondLst>
                                    <p:cond delay="250"/>
                                  </p:stCondLst>
                                  <p:childTnLst>
                                    <p:animMotion origin="layout" path="M 8.33333E-7 2.22222E-6 L 0.60052 -0.66266 " pathEditMode="relative" rAng="0" ptsTypes="AA">
                                      <p:cBhvr>
                                        <p:cTn id="8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30017" y="-33148"/>
                                    </p:animMotion>
                                  </p:childTnLst>
                                </p:cTn>
                              </p:par>
                              <p:par>
                                <p:cTn id="9" presetID="42" presetClass="path" presetSubtype="0" accel="50000" decel="50000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animMotion origin="layout" path="M -8.33333E-7 2.22222E-6 L -0.60052 -0.66266 " pathEditMode="relative" rAng="0" ptsTypes="AA">
                                      <p:cBhvr>
                                        <p:cTn id="10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30035" y="-33148"/>
                                    </p:animMotion>
                                  </p:childTnLst>
                                </p:cTn>
                              </p:par>
                              <p:par>
                                <p:cTn id="11" presetID="42" presetClass="path" presetSubtype="0" accel="50000" decel="50000" fill="hold" grpId="0" nodeType="withEffect">
                                  <p:stCondLst>
                                    <p:cond delay="750"/>
                                  </p:stCondLst>
                                  <p:childTnLst>
                                    <p:animMotion origin="layout" path="M -8.33333E-7 -2.46914E-7 L -0.60052 0.60154 " pathEditMode="relative" rAng="0" ptsTypes="AA">
                                      <p:cBhvr>
                                        <p:cTn id="12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30035" y="30062"/>
                                    </p:animMotion>
                                  </p:childTnLst>
                                </p:cTn>
                              </p:par>
                              <p:par>
                                <p:cTn id="13" presetID="6" presetClass="emph" presetSubtype="0" fill="hold" grpId="1" nodeType="withEffect">
                                  <p:stCondLst>
                                    <p:cond delay="1250"/>
                                  </p:stCondLst>
                                  <p:childTnLst>
                                    <p:animScale>
                                      <p:cBhvr>
                                        <p:cTn id="14" dur="750" fill="hold"/>
                                        <p:tgtEl>
                                          <p:spTgt spid="3"/>
                                        </p:tgtEl>
                                      </p:cBhvr>
                                      <p:by x="700000" y="700000"/>
                                    </p:animScale>
                                  </p:childTnLst>
                                </p:cTn>
                              </p:par>
                              <p:par>
                                <p:cTn id="15" presetID="6" presetClass="emph" presetSubtype="0" fill="hold" grpId="1" nodeType="withEffect">
                                  <p:stCondLst>
                                    <p:cond delay="1500"/>
                                  </p:stCondLst>
                                  <p:childTnLst>
                                    <p:animScale>
                                      <p:cBhvr>
                                        <p:cTn id="16" dur="750" fill="hold"/>
                                        <p:tgtEl>
                                          <p:spTgt spid="6"/>
                                        </p:tgtEl>
                                      </p:cBhvr>
                                      <p:by x="700000" y="700000"/>
                                    </p:animScale>
                                  </p:childTnLst>
                                </p:cTn>
                              </p:par>
                              <p:par>
                                <p:cTn id="17" presetID="6" presetClass="emph" presetSubtype="0" fill="hold" grpId="1" nodeType="withEffect">
                                  <p:stCondLst>
                                    <p:cond delay="1750"/>
                                  </p:stCondLst>
                                  <p:childTnLst>
                                    <p:animScale>
                                      <p:cBhvr>
                                        <p:cTn id="18" dur="750" fill="hold"/>
                                        <p:tgtEl>
                                          <p:spTgt spid="7"/>
                                        </p:tgtEl>
                                      </p:cBhvr>
                                      <p:by x="700000" y="700000"/>
                                    </p:animScale>
                                  </p:childTnLst>
                                </p:cTn>
                              </p:par>
                              <p:par>
                                <p:cTn id="19" presetID="6" presetClass="emph" presetSubtype="0" fill="hold" grpId="1" nodeType="withEffect">
                                  <p:stCondLst>
                                    <p:cond delay="2000"/>
                                  </p:stCondLst>
                                  <p:childTnLst>
                                    <p:animScale>
                                      <p:cBhvr>
                                        <p:cTn id="20" dur="750" fill="hold"/>
                                        <p:tgtEl>
                                          <p:spTgt spid="8"/>
                                        </p:tgtEl>
                                      </p:cBhvr>
                                      <p:by x="700000" y="700000"/>
                                    </p:animScale>
                                  </p:childTnLst>
                                </p:cTn>
                              </p:par>
                              <p:par>
                                <p:cTn id="21" presetID="10" presetClass="exit" presetSubtype="0" fill="hold" grpId="2" nodeType="withEffect">
                                  <p:stCondLst>
                                    <p:cond delay="250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2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4" presetID="10" presetClass="exit" presetSubtype="0" fill="hold" grpId="2" nodeType="withEffect">
                                  <p:stCondLst>
                                    <p:cond delay="250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5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0" presetClass="exit" presetSubtype="0" fill="hold" grpId="2" nodeType="withEffect">
                                  <p:stCondLst>
                                    <p:cond delay="250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8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0" presetID="10" presetClass="exit" presetSubtype="0" fill="hold" grpId="2" nodeType="withEffect">
                                  <p:stCondLst>
                                    <p:cond delay="250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31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53" presetClass="entr" presetSubtype="16" fill="hold" grpId="0" nodeType="withEffect">
                                  <p:stCondLst>
                                    <p:cond delay="275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5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6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53" presetClass="entr" presetSubtype="16" fill="hold" grpId="0" nodeType="withEffect">
                                  <p:stCondLst>
                                    <p:cond delay="275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0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1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3" presetID="53" presetClass="entr" presetSubtype="16" fill="hold" grpId="0" nodeType="withEffect">
                                  <p:stCondLst>
                                    <p:cond delay="275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5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6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7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8" presetID="53" presetClass="entr" presetSubtype="16" fill="hold" nodeType="withEffect">
                                  <p:stCondLst>
                                    <p:cond delay="275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0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1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2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3" presetID="53" presetClass="entr" presetSubtype="16" fill="hold" grpId="0" nodeType="withEffect" nodePh="1">
                                  <p:stCondLst>
                                    <p:cond delay="2750"/>
                                  </p:stCondLst>
                                  <p:endCondLst>
                                    <p:cond evt="begin" delay="0">
                                      <p:tn val="53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5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6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3" grpId="0" animBg="1"/>
      <p:bldP spid="3" grpId="1" animBg="1"/>
      <p:bldP spid="3" grpId="2" animBg="1"/>
      <p:bldP spid="6" grpId="0" animBg="1"/>
      <p:bldP spid="6" grpId="1" animBg="1"/>
      <p:bldP spid="6" grpId="2" animBg="1"/>
      <p:bldP spid="7" grpId="0" animBg="1"/>
      <p:bldP spid="7" grpId="1" animBg="1"/>
      <p:bldP spid="7" grpId="2" animBg="1"/>
      <p:bldP spid="8" grpId="0" animBg="1"/>
      <p:bldP spid="8" grpId="1" animBg="1"/>
      <p:bldP spid="8" grpId="2" animBg="1"/>
      <p:bldP spid="15" grpId="0"/>
      <p:bldP spid="16" grpId="0"/>
      <p:bldP spid="2" grpId="0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1" name="タイトル 1">
            <a:extLst>
              <a:ext uri="{FF2B5EF4-FFF2-40B4-BE49-F238E27FC236}">
                <a16:creationId xmlns:a16="http://schemas.microsoft.com/office/drawing/2014/main" id="{95D8B9F3-ABA5-9349-951D-26A96B32BFB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92163" y="231775"/>
            <a:ext cx="7740650" cy="539750"/>
          </a:xfrm>
        </p:spPr>
        <p:txBody>
          <a:bodyPr/>
          <a:lstStyle/>
          <a:p>
            <a:pPr marL="0" indent="0">
              <a:buNone/>
              <a:defRPr/>
            </a:pPr>
            <a:r>
              <a:rPr lang="en-PH" dirty="0"/>
              <a:t>1. Login to the </a:t>
            </a:r>
            <a:r>
              <a:rPr lang="en-PH" dirty="0" err="1"/>
              <a:t>Toraberu</a:t>
            </a:r>
            <a:r>
              <a:rPr lang="en-PH" dirty="0"/>
              <a:t> Website using your Employee ID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DB29D3B0-C403-DA41-B64B-F7C4B4A55628}"/>
              </a:ext>
            </a:extLst>
          </p:cNvPr>
          <p:cNvSpPr>
            <a:spLocks noGrp="1"/>
          </p:cNvSpPr>
          <p:nvPr>
            <p:ph sz="quarter" idx="10"/>
          </p:nvPr>
        </p:nvSpPr>
        <p:spPr>
          <a:xfrm>
            <a:off x="792163" y="844550"/>
            <a:ext cx="7740650" cy="3725863"/>
          </a:xfrm>
        </p:spPr>
        <p:txBody>
          <a:bodyPr/>
          <a:lstStyle/>
          <a:p>
            <a:pPr marL="342900" lvl="1" indent="0">
              <a:buNone/>
              <a:defRPr/>
            </a:pPr>
            <a:endParaRPr lang="en-PH" dirty="0"/>
          </a:p>
          <a:p>
            <a:pPr marL="342900" indent="-342900">
              <a:buAutoNum type="arabicPeriod"/>
              <a:defRPr/>
            </a:pPr>
            <a:endParaRPr lang="en-PH" dirty="0"/>
          </a:p>
          <a:p>
            <a:pPr marL="342900" indent="-342900">
              <a:buAutoNum type="arabicPeriod"/>
              <a:defRPr/>
            </a:pPr>
            <a:endParaRPr lang="en-PH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B9E2EFA0-50D3-9C1F-703B-8700C666110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1124" y="741521"/>
            <a:ext cx="7662728" cy="39319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2791879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47BFB9CB-D16B-A5E3-9B99-F4176329DFC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9106" y="741521"/>
            <a:ext cx="7646763" cy="3931920"/>
          </a:xfrm>
          <a:prstGeom prst="rect">
            <a:avLst/>
          </a:prstGeom>
        </p:spPr>
      </p:pic>
      <p:sp>
        <p:nvSpPr>
          <p:cNvPr id="10241" name="タイトル 1">
            <a:extLst>
              <a:ext uri="{FF2B5EF4-FFF2-40B4-BE49-F238E27FC236}">
                <a16:creationId xmlns:a16="http://schemas.microsoft.com/office/drawing/2014/main" id="{95D8B9F3-ABA5-9349-951D-26A96B32BFB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92163" y="231775"/>
            <a:ext cx="7740650" cy="539750"/>
          </a:xfrm>
        </p:spPr>
        <p:txBody>
          <a:bodyPr/>
          <a:lstStyle/>
          <a:p>
            <a:pPr marL="0" indent="0">
              <a:buNone/>
              <a:defRPr/>
            </a:pPr>
            <a:r>
              <a:rPr lang="en-PH" dirty="0"/>
              <a:t>2. Click the Dispatch Request from the Dashboard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DB29D3B0-C403-DA41-B64B-F7C4B4A55628}"/>
              </a:ext>
            </a:extLst>
          </p:cNvPr>
          <p:cNvSpPr>
            <a:spLocks noGrp="1"/>
          </p:cNvSpPr>
          <p:nvPr>
            <p:ph sz="quarter" idx="10"/>
          </p:nvPr>
        </p:nvSpPr>
        <p:spPr>
          <a:xfrm>
            <a:off x="792163" y="844550"/>
            <a:ext cx="7740650" cy="3725863"/>
          </a:xfrm>
        </p:spPr>
        <p:txBody>
          <a:bodyPr/>
          <a:lstStyle/>
          <a:p>
            <a:pPr marL="342900" lvl="1" indent="0">
              <a:buNone/>
              <a:defRPr/>
            </a:pPr>
            <a:endParaRPr lang="en-PH" dirty="0"/>
          </a:p>
          <a:p>
            <a:pPr marL="342900" indent="-342900">
              <a:buAutoNum type="arabicPeriod"/>
              <a:defRPr/>
            </a:pPr>
            <a:endParaRPr lang="en-PH" dirty="0"/>
          </a:p>
          <a:p>
            <a:pPr marL="342900" indent="-342900">
              <a:buAutoNum type="arabicPeriod"/>
              <a:defRPr/>
            </a:pPr>
            <a:endParaRPr lang="en-PH" dirty="0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438B97EE-9D49-3E0B-42CE-89A622478B1E}"/>
              </a:ext>
            </a:extLst>
          </p:cNvPr>
          <p:cNvSpPr/>
          <p:nvPr/>
        </p:nvSpPr>
        <p:spPr>
          <a:xfrm>
            <a:off x="839106" y="1075997"/>
            <a:ext cx="966046" cy="228600"/>
          </a:xfrm>
          <a:prstGeom prst="rect">
            <a:avLst/>
          </a:prstGeom>
          <a:noFill/>
          <a:ln>
            <a:solidFill>
              <a:schemeClr val="bg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spcAft>
                <a:spcPts val="600"/>
              </a:spcAft>
            </a:pPr>
            <a:endParaRPr kumimoji="1" lang="en-US" sz="1600" b="0">
              <a:solidFill>
                <a:schemeClr val="tx2"/>
              </a:solidFill>
            </a:endParaRPr>
          </a:p>
        </p:txBody>
      </p:sp>
      <p:sp>
        <p:nvSpPr>
          <p:cNvPr id="8" name="Speech Bubble: Oval 7">
            <a:extLst>
              <a:ext uri="{FF2B5EF4-FFF2-40B4-BE49-F238E27FC236}">
                <a16:creationId xmlns:a16="http://schemas.microsoft.com/office/drawing/2014/main" id="{62115FDC-3E61-8A9A-008E-65556E456018}"/>
              </a:ext>
            </a:extLst>
          </p:cNvPr>
          <p:cNvSpPr/>
          <p:nvPr/>
        </p:nvSpPr>
        <p:spPr>
          <a:xfrm>
            <a:off x="1438522" y="1700042"/>
            <a:ext cx="1647497" cy="654269"/>
          </a:xfrm>
          <a:prstGeom prst="wedgeEllipseCallout">
            <a:avLst>
              <a:gd name="adj1" fmla="val -37579"/>
              <a:gd name="adj2" fmla="val -101356"/>
            </a:avLst>
          </a:prstGeom>
          <a:solidFill>
            <a:schemeClr val="accent5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spcAft>
                <a:spcPts val="600"/>
              </a:spcAft>
            </a:pPr>
            <a:r>
              <a:rPr kumimoji="1" lang="en-PH" sz="1600" b="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CLICK</a:t>
            </a:r>
            <a:endParaRPr kumimoji="1" lang="en-US" sz="1600" b="0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43483145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B0055021-8FBC-ADD0-D9FE-C42A9CB48AE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0778" y="605790"/>
            <a:ext cx="7622444" cy="3931920"/>
          </a:xfrm>
          <a:prstGeom prst="rect">
            <a:avLst/>
          </a:prstGeom>
        </p:spPr>
      </p:pic>
      <p:sp>
        <p:nvSpPr>
          <p:cNvPr id="4" name="Rectangle 3">
            <a:extLst>
              <a:ext uri="{FF2B5EF4-FFF2-40B4-BE49-F238E27FC236}">
                <a16:creationId xmlns:a16="http://schemas.microsoft.com/office/drawing/2014/main" id="{A581518B-79F5-642B-ABAA-6FC185D6C083}"/>
              </a:ext>
            </a:extLst>
          </p:cNvPr>
          <p:cNvSpPr/>
          <p:nvPr/>
        </p:nvSpPr>
        <p:spPr>
          <a:xfrm>
            <a:off x="1876097" y="1032641"/>
            <a:ext cx="1411013" cy="890752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spcAft>
                <a:spcPts val="600"/>
              </a:spcAft>
            </a:pPr>
            <a:endParaRPr kumimoji="1" lang="en-US" sz="1600" b="0">
              <a:solidFill>
                <a:schemeClr val="tx2"/>
              </a:solidFill>
            </a:endParaRP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48071A0C-5650-16C6-6A8A-99695D10B183}"/>
              </a:ext>
            </a:extLst>
          </p:cNvPr>
          <p:cNvSpPr/>
          <p:nvPr/>
        </p:nvSpPr>
        <p:spPr>
          <a:xfrm>
            <a:off x="3470895" y="747876"/>
            <a:ext cx="4880942" cy="1348938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spcAft>
                <a:spcPts val="600"/>
              </a:spcAft>
            </a:pPr>
            <a:endParaRPr kumimoji="1" lang="en-US" sz="1600" b="0">
              <a:solidFill>
                <a:schemeClr val="tx2"/>
              </a:solidFill>
            </a:endParaRP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8553342E-E2D0-2814-5980-58318716A959}"/>
              </a:ext>
            </a:extLst>
          </p:cNvPr>
          <p:cNvSpPr/>
          <p:nvPr/>
        </p:nvSpPr>
        <p:spPr>
          <a:xfrm>
            <a:off x="3470895" y="2166445"/>
            <a:ext cx="4880942" cy="553107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spcAft>
                <a:spcPts val="600"/>
              </a:spcAft>
            </a:pPr>
            <a:endParaRPr kumimoji="1" lang="en-US" sz="1600" b="0">
              <a:solidFill>
                <a:schemeClr val="tx2"/>
              </a:solidFill>
            </a:endParaRPr>
          </a:p>
        </p:txBody>
      </p:sp>
      <p:sp>
        <p:nvSpPr>
          <p:cNvPr id="17" name="Speech Bubble: Rectangle 16">
            <a:extLst>
              <a:ext uri="{FF2B5EF4-FFF2-40B4-BE49-F238E27FC236}">
                <a16:creationId xmlns:a16="http://schemas.microsoft.com/office/drawing/2014/main" id="{FAAB08BA-9A29-FF2C-689E-7858ADC5E84A}"/>
              </a:ext>
            </a:extLst>
          </p:cNvPr>
          <p:cNvSpPr/>
          <p:nvPr/>
        </p:nvSpPr>
        <p:spPr>
          <a:xfrm>
            <a:off x="457200" y="1923393"/>
            <a:ext cx="1235112" cy="1348938"/>
          </a:xfrm>
          <a:prstGeom prst="wedgeRectCallout">
            <a:avLst>
              <a:gd name="adj1" fmla="val 66603"/>
              <a:gd name="adj2" fmla="val -83592"/>
            </a:avLst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spcAft>
                <a:spcPts val="600"/>
              </a:spcAft>
            </a:pPr>
            <a:r>
              <a:rPr kumimoji="1" lang="en-PH" sz="1400" b="0" dirty="0">
                <a:solidFill>
                  <a:schemeClr val="bg1"/>
                </a:solidFill>
              </a:rPr>
              <a:t>Fill out Employee Details and Date range of Dispatch</a:t>
            </a:r>
            <a:endParaRPr kumimoji="1" lang="en-US" sz="1400" b="0" dirty="0">
              <a:solidFill>
                <a:schemeClr val="bg1"/>
              </a:solidFill>
            </a:endParaRPr>
          </a:p>
        </p:txBody>
      </p:sp>
      <p:sp>
        <p:nvSpPr>
          <p:cNvPr id="20" name="Arrow: Curved Left 19">
            <a:extLst>
              <a:ext uri="{FF2B5EF4-FFF2-40B4-BE49-F238E27FC236}">
                <a16:creationId xmlns:a16="http://schemas.microsoft.com/office/drawing/2014/main" id="{ECFC51CB-E188-8F90-C5A3-F51689C9F3FF}"/>
              </a:ext>
            </a:extLst>
          </p:cNvPr>
          <p:cNvSpPr/>
          <p:nvPr/>
        </p:nvSpPr>
        <p:spPr>
          <a:xfrm>
            <a:off x="6590368" y="1740898"/>
            <a:ext cx="434498" cy="727184"/>
          </a:xfrm>
          <a:prstGeom prst="curvedLeftArrow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spcAft>
                <a:spcPts val="600"/>
              </a:spcAft>
            </a:pPr>
            <a:endParaRPr kumimoji="1" lang="en-US" sz="1600" b="0">
              <a:solidFill>
                <a:schemeClr val="tx2"/>
              </a:solidFill>
            </a:endParaRPr>
          </a:p>
        </p:txBody>
      </p:sp>
      <p:sp>
        <p:nvSpPr>
          <p:cNvPr id="21" name="Oval 20">
            <a:extLst>
              <a:ext uri="{FF2B5EF4-FFF2-40B4-BE49-F238E27FC236}">
                <a16:creationId xmlns:a16="http://schemas.microsoft.com/office/drawing/2014/main" id="{375CAB91-DA40-90F1-6E48-46B1B78F6D1F}"/>
              </a:ext>
            </a:extLst>
          </p:cNvPr>
          <p:cNvSpPr/>
          <p:nvPr/>
        </p:nvSpPr>
        <p:spPr>
          <a:xfrm>
            <a:off x="312789" y="1780190"/>
            <a:ext cx="409903" cy="386255"/>
          </a:xfrm>
          <a:prstGeom prst="ellipse">
            <a:avLst/>
          </a:prstGeom>
          <a:solidFill>
            <a:srgbClr val="0070C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spcAft>
                <a:spcPts val="600"/>
              </a:spcAft>
            </a:pPr>
            <a:r>
              <a:rPr kumimoji="1" lang="en-PH" sz="1600" dirty="0">
                <a:solidFill>
                  <a:schemeClr val="bg1"/>
                </a:solidFill>
              </a:rPr>
              <a:t>1</a:t>
            </a:r>
            <a:endParaRPr kumimoji="1" lang="en-US" sz="1600" dirty="0">
              <a:solidFill>
                <a:schemeClr val="bg1"/>
              </a:solidFill>
            </a:endParaRPr>
          </a:p>
        </p:txBody>
      </p:sp>
      <p:sp>
        <p:nvSpPr>
          <p:cNvPr id="22" name="Speech Bubble: Rectangle 21">
            <a:extLst>
              <a:ext uri="{FF2B5EF4-FFF2-40B4-BE49-F238E27FC236}">
                <a16:creationId xmlns:a16="http://schemas.microsoft.com/office/drawing/2014/main" id="{B165AB69-4B75-1373-C0A5-9699ADBA81BC}"/>
              </a:ext>
            </a:extLst>
          </p:cNvPr>
          <p:cNvSpPr/>
          <p:nvPr/>
        </p:nvSpPr>
        <p:spPr>
          <a:xfrm>
            <a:off x="6195848" y="2623338"/>
            <a:ext cx="2867828" cy="727184"/>
          </a:xfrm>
          <a:prstGeom prst="wedgeRectCallout">
            <a:avLst>
              <a:gd name="adj1" fmla="val 3355"/>
              <a:gd name="adj2" fmla="val -135874"/>
            </a:avLst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spcAft>
                <a:spcPts val="600"/>
              </a:spcAft>
            </a:pPr>
            <a:r>
              <a:rPr kumimoji="1" lang="en-PH" sz="1600" b="0" dirty="0">
                <a:solidFill>
                  <a:schemeClr val="bg1"/>
                </a:solidFill>
              </a:rPr>
              <a:t>Check for Employee’s Documents</a:t>
            </a:r>
            <a:endParaRPr kumimoji="1" lang="en-US" sz="1600" b="0" dirty="0">
              <a:solidFill>
                <a:schemeClr val="bg1"/>
              </a:solidFill>
            </a:endParaRPr>
          </a:p>
        </p:txBody>
      </p:sp>
      <p:sp>
        <p:nvSpPr>
          <p:cNvPr id="15" name="Oval 14">
            <a:extLst>
              <a:ext uri="{FF2B5EF4-FFF2-40B4-BE49-F238E27FC236}">
                <a16:creationId xmlns:a16="http://schemas.microsoft.com/office/drawing/2014/main" id="{74D40A6C-0AB1-C7BA-C8C3-10FC2D9F2506}"/>
              </a:ext>
            </a:extLst>
          </p:cNvPr>
          <p:cNvSpPr/>
          <p:nvPr/>
        </p:nvSpPr>
        <p:spPr>
          <a:xfrm>
            <a:off x="5990896" y="2480320"/>
            <a:ext cx="409903" cy="386255"/>
          </a:xfrm>
          <a:prstGeom prst="ellipse">
            <a:avLst/>
          </a:prstGeom>
          <a:solidFill>
            <a:srgbClr val="0070C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spcAft>
                <a:spcPts val="600"/>
              </a:spcAft>
            </a:pPr>
            <a:r>
              <a:rPr lang="en-PH" sz="1600" dirty="0">
                <a:solidFill>
                  <a:schemeClr val="bg1"/>
                </a:solidFill>
              </a:rPr>
              <a:t>2</a:t>
            </a:r>
            <a:endParaRPr kumimoji="1" lang="en-US" sz="1600" dirty="0">
              <a:solidFill>
                <a:schemeClr val="bg1"/>
              </a:solidFill>
            </a:endParaRPr>
          </a:p>
        </p:txBody>
      </p:sp>
      <p:sp>
        <p:nvSpPr>
          <p:cNvPr id="23" name="Speech Bubble: Rectangle 22">
            <a:extLst>
              <a:ext uri="{FF2B5EF4-FFF2-40B4-BE49-F238E27FC236}">
                <a16:creationId xmlns:a16="http://schemas.microsoft.com/office/drawing/2014/main" id="{40BBEB4B-E8A7-F0FB-B478-4484EB35015A}"/>
              </a:ext>
            </a:extLst>
          </p:cNvPr>
          <p:cNvSpPr/>
          <p:nvPr/>
        </p:nvSpPr>
        <p:spPr>
          <a:xfrm>
            <a:off x="2021927" y="3220108"/>
            <a:ext cx="2550073" cy="1049042"/>
          </a:xfrm>
          <a:prstGeom prst="wedgeRectCallout">
            <a:avLst>
              <a:gd name="adj1" fmla="val 35736"/>
              <a:gd name="adj2" fmla="val -102813"/>
            </a:avLst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spcAft>
                <a:spcPts val="600"/>
              </a:spcAft>
            </a:pPr>
            <a:r>
              <a:rPr kumimoji="1" lang="en-PH" sz="1400" b="0" dirty="0">
                <a:solidFill>
                  <a:schemeClr val="bg1"/>
                </a:solidFill>
              </a:rPr>
              <a:t>Check if the Employee is still within the range of available Dispatch Days (&lt;183 Days)</a:t>
            </a:r>
            <a:endParaRPr kumimoji="1" lang="en-US" sz="1400" b="0" dirty="0">
              <a:solidFill>
                <a:schemeClr val="bg1"/>
              </a:solidFill>
            </a:endParaRPr>
          </a:p>
        </p:txBody>
      </p:sp>
      <p:sp>
        <p:nvSpPr>
          <p:cNvPr id="16" name="Oval 15">
            <a:extLst>
              <a:ext uri="{FF2B5EF4-FFF2-40B4-BE49-F238E27FC236}">
                <a16:creationId xmlns:a16="http://schemas.microsoft.com/office/drawing/2014/main" id="{E294C3FE-A3BB-62A5-4719-07B3B0F4DB08}"/>
              </a:ext>
            </a:extLst>
          </p:cNvPr>
          <p:cNvSpPr/>
          <p:nvPr/>
        </p:nvSpPr>
        <p:spPr>
          <a:xfrm>
            <a:off x="1827587" y="3037424"/>
            <a:ext cx="409903" cy="386255"/>
          </a:xfrm>
          <a:prstGeom prst="ellipse">
            <a:avLst/>
          </a:prstGeom>
          <a:solidFill>
            <a:srgbClr val="0070C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spcAft>
                <a:spcPts val="600"/>
              </a:spcAft>
            </a:pPr>
            <a:r>
              <a:rPr lang="en-PH" sz="1600" dirty="0">
                <a:solidFill>
                  <a:schemeClr val="bg1"/>
                </a:solidFill>
              </a:rPr>
              <a:t>3</a:t>
            </a:r>
            <a:endParaRPr kumimoji="1" lang="en-US" sz="1600" dirty="0">
              <a:solidFill>
                <a:schemeClr val="bg1"/>
              </a:solidFill>
            </a:endParaRPr>
          </a:p>
        </p:txBody>
      </p:sp>
      <p:sp>
        <p:nvSpPr>
          <p:cNvPr id="19" name="Arrow: Curved Left 18">
            <a:extLst>
              <a:ext uri="{FF2B5EF4-FFF2-40B4-BE49-F238E27FC236}">
                <a16:creationId xmlns:a16="http://schemas.microsoft.com/office/drawing/2014/main" id="{C1B9AD7F-DB99-8653-89BC-FE6B1E04084D}"/>
              </a:ext>
            </a:extLst>
          </p:cNvPr>
          <p:cNvSpPr/>
          <p:nvPr/>
        </p:nvSpPr>
        <p:spPr>
          <a:xfrm rot="16200000">
            <a:off x="3752045" y="-526760"/>
            <a:ext cx="795012" cy="2323789"/>
          </a:xfrm>
          <a:prstGeom prst="curvedLeftArrow">
            <a:avLst>
              <a:gd name="adj1" fmla="val 22335"/>
              <a:gd name="adj2" fmla="val 50000"/>
              <a:gd name="adj3" fmla="val 48362"/>
            </a:avLst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spcAft>
                <a:spcPts val="600"/>
              </a:spcAft>
            </a:pPr>
            <a:endParaRPr kumimoji="1" lang="en-US" sz="1600" b="0">
              <a:solidFill>
                <a:schemeClr val="tx2"/>
              </a:solidFill>
            </a:endParaRPr>
          </a:p>
        </p:txBody>
      </p:sp>
      <p:sp>
        <p:nvSpPr>
          <p:cNvPr id="10241" name="タイトル 1">
            <a:extLst>
              <a:ext uri="{FF2B5EF4-FFF2-40B4-BE49-F238E27FC236}">
                <a16:creationId xmlns:a16="http://schemas.microsoft.com/office/drawing/2014/main" id="{95D8B9F3-ABA5-9349-951D-26A96B32BFB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92162" y="208126"/>
            <a:ext cx="7973465" cy="539750"/>
          </a:xfrm>
        </p:spPr>
        <p:txBody>
          <a:bodyPr/>
          <a:lstStyle/>
          <a:p>
            <a:pPr marL="0" indent="0">
              <a:buNone/>
              <a:defRPr/>
            </a:pPr>
            <a:r>
              <a:rPr lang="en-PH" sz="1600" dirty="0"/>
              <a:t>3. Fill out the Employee Information and check for their Documents</a:t>
            </a:r>
          </a:p>
        </p:txBody>
      </p:sp>
    </p:spTree>
    <p:extLst>
      <p:ext uri="{BB962C8B-B14F-4D97-AF65-F5344CB8AC3E}">
        <p14:creationId xmlns:p14="http://schemas.microsoft.com/office/powerpoint/2010/main" val="367608448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1" name="タイトル 1">
            <a:extLst>
              <a:ext uri="{FF2B5EF4-FFF2-40B4-BE49-F238E27FC236}">
                <a16:creationId xmlns:a16="http://schemas.microsoft.com/office/drawing/2014/main" id="{95D8B9F3-ABA5-9349-951D-26A96B32BFB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92163" y="207922"/>
            <a:ext cx="7740650" cy="539750"/>
          </a:xfrm>
        </p:spPr>
        <p:txBody>
          <a:bodyPr/>
          <a:lstStyle/>
          <a:p>
            <a:pPr>
              <a:defRPr/>
            </a:pPr>
            <a:r>
              <a:rPr lang="en-PH" dirty="0"/>
              <a:t>4. Fill out the remaining Information about the Dispatch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671D0CCB-BD13-6431-518C-9254F69DDFF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49344" y="605790"/>
            <a:ext cx="7626287" cy="3931920"/>
          </a:xfrm>
          <a:prstGeom prst="rect">
            <a:avLst/>
          </a:prstGeom>
        </p:spPr>
      </p:pic>
      <p:sp>
        <p:nvSpPr>
          <p:cNvPr id="4" name="Rectangle 3">
            <a:extLst>
              <a:ext uri="{FF2B5EF4-FFF2-40B4-BE49-F238E27FC236}">
                <a16:creationId xmlns:a16="http://schemas.microsoft.com/office/drawing/2014/main" id="{AE8E481A-BC06-E318-CAD2-1B64AD922A28}"/>
              </a:ext>
            </a:extLst>
          </p:cNvPr>
          <p:cNvSpPr/>
          <p:nvPr/>
        </p:nvSpPr>
        <p:spPr>
          <a:xfrm>
            <a:off x="1860331" y="1773621"/>
            <a:ext cx="1253359" cy="1939158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spcAft>
                <a:spcPts val="600"/>
              </a:spcAft>
            </a:pPr>
            <a:endParaRPr kumimoji="1" lang="en-US" sz="1600" b="0">
              <a:solidFill>
                <a:schemeClr val="tx2"/>
              </a:solidFill>
            </a:endParaRPr>
          </a:p>
        </p:txBody>
      </p:sp>
      <p:sp>
        <p:nvSpPr>
          <p:cNvPr id="5" name="Speech Bubble: Rectangle 4">
            <a:extLst>
              <a:ext uri="{FF2B5EF4-FFF2-40B4-BE49-F238E27FC236}">
                <a16:creationId xmlns:a16="http://schemas.microsoft.com/office/drawing/2014/main" id="{97372984-46AB-8FD5-7450-7B29AB14BDD0}"/>
              </a:ext>
            </a:extLst>
          </p:cNvPr>
          <p:cNvSpPr/>
          <p:nvPr/>
        </p:nvSpPr>
        <p:spPr>
          <a:xfrm>
            <a:off x="3310593" y="1773621"/>
            <a:ext cx="1805152" cy="805028"/>
          </a:xfrm>
          <a:prstGeom prst="wedgeRectCallout">
            <a:avLst>
              <a:gd name="adj1" fmla="val -63595"/>
              <a:gd name="adj2" fmla="val 90706"/>
            </a:avLst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spcAft>
                <a:spcPts val="600"/>
              </a:spcAft>
            </a:pPr>
            <a:r>
              <a:rPr kumimoji="1" lang="en-PH" sz="1400" b="0" dirty="0">
                <a:solidFill>
                  <a:schemeClr val="bg1"/>
                </a:solidFill>
              </a:rPr>
              <a:t>Fill out Dispatch Information</a:t>
            </a:r>
            <a:endParaRPr kumimoji="1" lang="en-US" sz="1400" b="0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12420357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1" name="タイトル 1">
            <a:extLst>
              <a:ext uri="{FF2B5EF4-FFF2-40B4-BE49-F238E27FC236}">
                <a16:creationId xmlns:a16="http://schemas.microsoft.com/office/drawing/2014/main" id="{95D8B9F3-ABA5-9349-951D-26A96B32BFB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92162" y="176118"/>
            <a:ext cx="7914515" cy="539750"/>
          </a:xfrm>
        </p:spPr>
        <p:txBody>
          <a:bodyPr/>
          <a:lstStyle/>
          <a:p>
            <a:pPr lvl="1">
              <a:defRPr/>
            </a:pPr>
            <a:r>
              <a:rPr lang="en-PH" sz="1400" dirty="0"/>
              <a:t>5. Send a Dispatch Request after confirming Employee’s Work History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512E654C-2ED8-2AC0-B538-C1A1B574D63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39989" y="605790"/>
            <a:ext cx="7618860" cy="3931920"/>
          </a:xfrm>
          <a:prstGeom prst="rect">
            <a:avLst/>
          </a:prstGeom>
        </p:spPr>
      </p:pic>
      <p:sp>
        <p:nvSpPr>
          <p:cNvPr id="4" name="Rectangle 3">
            <a:extLst>
              <a:ext uri="{FF2B5EF4-FFF2-40B4-BE49-F238E27FC236}">
                <a16:creationId xmlns:a16="http://schemas.microsoft.com/office/drawing/2014/main" id="{20530165-BC32-F137-05BB-007DB8905172}"/>
              </a:ext>
            </a:extLst>
          </p:cNvPr>
          <p:cNvSpPr/>
          <p:nvPr/>
        </p:nvSpPr>
        <p:spPr>
          <a:xfrm>
            <a:off x="1939159" y="3657600"/>
            <a:ext cx="1284889" cy="165538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spcAft>
                <a:spcPts val="600"/>
              </a:spcAft>
            </a:pPr>
            <a:endParaRPr kumimoji="1" lang="en-US" sz="1600" b="0">
              <a:solidFill>
                <a:schemeClr val="tx2"/>
              </a:solidFill>
            </a:endParaRP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B92E4C76-CC1B-FBF4-27B9-589D26E62BA3}"/>
              </a:ext>
            </a:extLst>
          </p:cNvPr>
          <p:cNvSpPr/>
          <p:nvPr/>
        </p:nvSpPr>
        <p:spPr>
          <a:xfrm>
            <a:off x="3376448" y="2488980"/>
            <a:ext cx="5121166" cy="1460281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spcAft>
                <a:spcPts val="600"/>
              </a:spcAft>
            </a:pPr>
            <a:endParaRPr kumimoji="1" lang="en-US" sz="1600" b="0">
              <a:solidFill>
                <a:schemeClr val="tx2"/>
              </a:solidFill>
            </a:endParaRPr>
          </a:p>
        </p:txBody>
      </p:sp>
      <p:sp>
        <p:nvSpPr>
          <p:cNvPr id="11" name="Speech Bubble: Rectangle 10">
            <a:extLst>
              <a:ext uri="{FF2B5EF4-FFF2-40B4-BE49-F238E27FC236}">
                <a16:creationId xmlns:a16="http://schemas.microsoft.com/office/drawing/2014/main" id="{E72558B3-A260-565F-366D-40E41D7D66BD}"/>
              </a:ext>
            </a:extLst>
          </p:cNvPr>
          <p:cNvSpPr/>
          <p:nvPr/>
        </p:nvSpPr>
        <p:spPr>
          <a:xfrm>
            <a:off x="4863495" y="1145540"/>
            <a:ext cx="2002387" cy="967040"/>
          </a:xfrm>
          <a:prstGeom prst="wedgeRectCallout">
            <a:avLst>
              <a:gd name="adj1" fmla="val -713"/>
              <a:gd name="adj2" fmla="val 106373"/>
            </a:avLst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spcAft>
                <a:spcPts val="600"/>
              </a:spcAft>
            </a:pPr>
            <a:r>
              <a:rPr kumimoji="1" lang="en-PH" sz="1400" b="0" dirty="0">
                <a:solidFill>
                  <a:schemeClr val="bg1"/>
                </a:solidFill>
              </a:rPr>
              <a:t>Read and Check through the Employee’s Work History</a:t>
            </a:r>
            <a:endParaRPr kumimoji="1" lang="en-US" sz="1400" b="0" dirty="0">
              <a:solidFill>
                <a:schemeClr val="bg1"/>
              </a:solidFill>
            </a:endParaRPr>
          </a:p>
        </p:txBody>
      </p:sp>
      <p:sp>
        <p:nvSpPr>
          <p:cNvPr id="12" name="Speech Bubble: Rectangle 11">
            <a:extLst>
              <a:ext uri="{FF2B5EF4-FFF2-40B4-BE49-F238E27FC236}">
                <a16:creationId xmlns:a16="http://schemas.microsoft.com/office/drawing/2014/main" id="{E308D42C-D41B-8CC5-D924-B1F67D85B5C4}"/>
              </a:ext>
            </a:extLst>
          </p:cNvPr>
          <p:cNvSpPr/>
          <p:nvPr/>
        </p:nvSpPr>
        <p:spPr>
          <a:xfrm>
            <a:off x="365067" y="2459508"/>
            <a:ext cx="2002387" cy="967040"/>
          </a:xfrm>
          <a:prstGeom prst="wedgeRectCallout">
            <a:avLst>
              <a:gd name="adj1" fmla="val 53220"/>
              <a:gd name="adj2" fmla="val 72952"/>
            </a:avLst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spcAft>
                <a:spcPts val="600"/>
              </a:spcAft>
            </a:pPr>
            <a:r>
              <a:rPr kumimoji="1" lang="en-PH" sz="1400" b="0" dirty="0">
                <a:solidFill>
                  <a:schemeClr val="bg1"/>
                </a:solidFill>
              </a:rPr>
              <a:t>Click </a:t>
            </a:r>
            <a:r>
              <a:rPr lang="en-PH" sz="1400" b="0" dirty="0">
                <a:solidFill>
                  <a:schemeClr val="bg1"/>
                </a:solidFill>
              </a:rPr>
              <a:t>on the checkbox after confirming the Work History</a:t>
            </a:r>
            <a:endParaRPr kumimoji="1" lang="en-US" sz="1400" b="0" dirty="0">
              <a:solidFill>
                <a:schemeClr val="bg1"/>
              </a:solidFill>
            </a:endParaRP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795310FC-94B5-4324-5BE5-C0D34F191A8C}"/>
              </a:ext>
            </a:extLst>
          </p:cNvPr>
          <p:cNvSpPr/>
          <p:nvPr/>
        </p:nvSpPr>
        <p:spPr>
          <a:xfrm>
            <a:off x="2414751" y="4192374"/>
            <a:ext cx="777765" cy="165538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spcAft>
                <a:spcPts val="600"/>
              </a:spcAft>
            </a:pPr>
            <a:endParaRPr kumimoji="1" lang="en-US" sz="1600" b="0">
              <a:solidFill>
                <a:schemeClr val="tx2"/>
              </a:solidFill>
            </a:endParaRPr>
          </a:p>
        </p:txBody>
      </p:sp>
      <p:sp>
        <p:nvSpPr>
          <p:cNvPr id="14" name="Speech Bubble: Rectangle 13">
            <a:extLst>
              <a:ext uri="{FF2B5EF4-FFF2-40B4-BE49-F238E27FC236}">
                <a16:creationId xmlns:a16="http://schemas.microsoft.com/office/drawing/2014/main" id="{14BFB24D-A02B-D6FE-C7A5-2D947BDAD34F}"/>
              </a:ext>
            </a:extLst>
          </p:cNvPr>
          <p:cNvSpPr/>
          <p:nvPr/>
        </p:nvSpPr>
        <p:spPr>
          <a:xfrm>
            <a:off x="365067" y="3856220"/>
            <a:ext cx="1897284" cy="635920"/>
          </a:xfrm>
          <a:prstGeom prst="wedgeRectCallout">
            <a:avLst>
              <a:gd name="adj1" fmla="val 60283"/>
              <a:gd name="adj2" fmla="val 15931"/>
            </a:avLst>
          </a:prstGeom>
          <a:solidFill>
            <a:schemeClr val="bg1"/>
          </a:solidFill>
          <a:ln>
            <a:solidFill>
              <a:schemeClr val="accent5"/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spcAft>
                <a:spcPts val="600"/>
              </a:spcAft>
            </a:pPr>
            <a:r>
              <a:rPr kumimoji="1" lang="en-PH" sz="1100" b="0" dirty="0">
                <a:solidFill>
                  <a:srgbClr val="0070C0"/>
                </a:solidFill>
              </a:rPr>
              <a:t>Only Clic</a:t>
            </a:r>
            <a:r>
              <a:rPr lang="en-PH" sz="1100" b="0" dirty="0">
                <a:solidFill>
                  <a:srgbClr val="0070C0"/>
                </a:solidFill>
              </a:rPr>
              <a:t>k after reading and checking the checkbox above</a:t>
            </a:r>
            <a:endParaRPr kumimoji="1" lang="en-US" sz="1100" b="0" dirty="0">
              <a:solidFill>
                <a:srgbClr val="0070C0"/>
              </a:solidFill>
            </a:endParaRPr>
          </a:p>
        </p:txBody>
      </p:sp>
      <p:sp>
        <p:nvSpPr>
          <p:cNvPr id="15" name="Speech Bubble: Rectangle 14">
            <a:extLst>
              <a:ext uri="{FF2B5EF4-FFF2-40B4-BE49-F238E27FC236}">
                <a16:creationId xmlns:a16="http://schemas.microsoft.com/office/drawing/2014/main" id="{CB48DBAF-C1A2-CB0D-EEA0-ACD6C50D7B27}"/>
              </a:ext>
            </a:extLst>
          </p:cNvPr>
          <p:cNvSpPr/>
          <p:nvPr/>
        </p:nvSpPr>
        <p:spPr>
          <a:xfrm>
            <a:off x="3423744" y="4039952"/>
            <a:ext cx="1897284" cy="635920"/>
          </a:xfrm>
          <a:prstGeom prst="wedgeRectCallout">
            <a:avLst>
              <a:gd name="adj1" fmla="val -62282"/>
              <a:gd name="adj2" fmla="val -10100"/>
            </a:avLst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spcAft>
                <a:spcPts val="600"/>
              </a:spcAft>
            </a:pPr>
            <a:r>
              <a:rPr kumimoji="1" lang="en-PH" sz="1200" b="0" dirty="0">
                <a:solidFill>
                  <a:schemeClr val="bg1"/>
                </a:solidFill>
              </a:rPr>
              <a:t>Sends a Dispatch Request to KDT</a:t>
            </a:r>
            <a:endParaRPr kumimoji="1" lang="en-US" sz="1200" b="0" dirty="0">
              <a:solidFill>
                <a:schemeClr val="bg1"/>
              </a:solidFill>
            </a:endParaRPr>
          </a:p>
        </p:txBody>
      </p:sp>
      <p:sp>
        <p:nvSpPr>
          <p:cNvPr id="16" name="Oval 15">
            <a:extLst>
              <a:ext uri="{FF2B5EF4-FFF2-40B4-BE49-F238E27FC236}">
                <a16:creationId xmlns:a16="http://schemas.microsoft.com/office/drawing/2014/main" id="{0A514808-56DE-E615-44C9-92B8DB82B3D2}"/>
              </a:ext>
            </a:extLst>
          </p:cNvPr>
          <p:cNvSpPr/>
          <p:nvPr/>
        </p:nvSpPr>
        <p:spPr>
          <a:xfrm>
            <a:off x="4658543" y="952412"/>
            <a:ext cx="409903" cy="386255"/>
          </a:xfrm>
          <a:prstGeom prst="ellipse">
            <a:avLst/>
          </a:prstGeom>
          <a:solidFill>
            <a:srgbClr val="0070C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spcAft>
                <a:spcPts val="600"/>
              </a:spcAft>
            </a:pPr>
            <a:r>
              <a:rPr kumimoji="1" lang="en-PH" sz="1600" dirty="0">
                <a:solidFill>
                  <a:schemeClr val="bg1"/>
                </a:solidFill>
              </a:rPr>
              <a:t>1</a:t>
            </a:r>
            <a:endParaRPr kumimoji="1" lang="en-US" sz="1600" dirty="0">
              <a:solidFill>
                <a:schemeClr val="bg1"/>
              </a:solidFill>
            </a:endParaRPr>
          </a:p>
        </p:txBody>
      </p:sp>
      <p:sp>
        <p:nvSpPr>
          <p:cNvPr id="17" name="Oval 16">
            <a:extLst>
              <a:ext uri="{FF2B5EF4-FFF2-40B4-BE49-F238E27FC236}">
                <a16:creationId xmlns:a16="http://schemas.microsoft.com/office/drawing/2014/main" id="{6A7478C6-5D1C-956F-12B6-AE8AF1161D6F}"/>
              </a:ext>
            </a:extLst>
          </p:cNvPr>
          <p:cNvSpPr/>
          <p:nvPr/>
        </p:nvSpPr>
        <p:spPr>
          <a:xfrm>
            <a:off x="204257" y="2266380"/>
            <a:ext cx="409903" cy="386255"/>
          </a:xfrm>
          <a:prstGeom prst="ellipse">
            <a:avLst/>
          </a:prstGeom>
          <a:solidFill>
            <a:srgbClr val="0070C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spcAft>
                <a:spcPts val="600"/>
              </a:spcAft>
            </a:pPr>
            <a:r>
              <a:rPr lang="en-PH" sz="1600" dirty="0">
                <a:solidFill>
                  <a:schemeClr val="bg1"/>
                </a:solidFill>
              </a:rPr>
              <a:t>2</a:t>
            </a:r>
            <a:endParaRPr kumimoji="1" lang="en-US" sz="1600" dirty="0">
              <a:solidFill>
                <a:schemeClr val="bg1"/>
              </a:solidFill>
            </a:endParaRPr>
          </a:p>
        </p:txBody>
      </p:sp>
      <p:sp>
        <p:nvSpPr>
          <p:cNvPr id="18" name="Oval 17">
            <a:extLst>
              <a:ext uri="{FF2B5EF4-FFF2-40B4-BE49-F238E27FC236}">
                <a16:creationId xmlns:a16="http://schemas.microsoft.com/office/drawing/2014/main" id="{F9D18198-2C7E-66E6-DE49-23AF9AEDFD5A}"/>
              </a:ext>
            </a:extLst>
          </p:cNvPr>
          <p:cNvSpPr/>
          <p:nvPr/>
        </p:nvSpPr>
        <p:spPr>
          <a:xfrm>
            <a:off x="3224048" y="3840993"/>
            <a:ext cx="409903" cy="386255"/>
          </a:xfrm>
          <a:prstGeom prst="ellipse">
            <a:avLst/>
          </a:prstGeom>
          <a:solidFill>
            <a:srgbClr val="0070C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spcAft>
                <a:spcPts val="600"/>
              </a:spcAft>
            </a:pPr>
            <a:r>
              <a:rPr lang="en-PH" sz="1600" dirty="0">
                <a:solidFill>
                  <a:schemeClr val="bg1"/>
                </a:solidFill>
              </a:rPr>
              <a:t>3</a:t>
            </a:r>
            <a:endParaRPr kumimoji="1" lang="en-US" sz="1600" dirty="0">
              <a:solidFill>
                <a:schemeClr val="bg1"/>
              </a:solidFill>
            </a:endParaRPr>
          </a:p>
        </p:txBody>
      </p:sp>
      <p:sp>
        <p:nvSpPr>
          <p:cNvPr id="20" name="Rectangle: Rounded Corners 19">
            <a:extLst>
              <a:ext uri="{FF2B5EF4-FFF2-40B4-BE49-F238E27FC236}">
                <a16:creationId xmlns:a16="http://schemas.microsoft.com/office/drawing/2014/main" id="{D5C305A2-69B4-DE02-C4CD-325C99F46109}"/>
              </a:ext>
            </a:extLst>
          </p:cNvPr>
          <p:cNvSpPr/>
          <p:nvPr/>
        </p:nvSpPr>
        <p:spPr>
          <a:xfrm>
            <a:off x="204257" y="3718058"/>
            <a:ext cx="828384" cy="208892"/>
          </a:xfrm>
          <a:prstGeom prst="roundRect">
            <a:avLst/>
          </a:prstGeom>
          <a:solidFill>
            <a:srgbClr val="0070C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spcAft>
                <a:spcPts val="600"/>
              </a:spcAft>
            </a:pPr>
            <a:r>
              <a:rPr kumimoji="1" lang="en-PH" sz="1200" b="0" dirty="0">
                <a:solidFill>
                  <a:schemeClr val="bg1"/>
                </a:solidFill>
              </a:rPr>
              <a:t>NOTE:</a:t>
            </a:r>
            <a:endParaRPr kumimoji="1" lang="en-US" sz="1200" b="0" dirty="0">
              <a:solidFill>
                <a:schemeClr val="bg1"/>
              </a:solidFill>
            </a:endParaRPr>
          </a:p>
        </p:txBody>
      </p:sp>
      <p:sp>
        <p:nvSpPr>
          <p:cNvPr id="21" name="Arrow: Curved Right 20">
            <a:extLst>
              <a:ext uri="{FF2B5EF4-FFF2-40B4-BE49-F238E27FC236}">
                <a16:creationId xmlns:a16="http://schemas.microsoft.com/office/drawing/2014/main" id="{C5BC9919-64A3-90C6-CCDB-4D3909FEF02D}"/>
              </a:ext>
            </a:extLst>
          </p:cNvPr>
          <p:cNvSpPr/>
          <p:nvPr/>
        </p:nvSpPr>
        <p:spPr>
          <a:xfrm rot="2925342">
            <a:off x="2709290" y="2533883"/>
            <a:ext cx="514383" cy="1243793"/>
          </a:xfrm>
          <a:prstGeom prst="curvedRightArrow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spcAft>
                <a:spcPts val="600"/>
              </a:spcAft>
            </a:pPr>
            <a:endParaRPr kumimoji="1" lang="en-US" sz="1600" b="0">
              <a:solidFill>
                <a:schemeClr val="tx2"/>
              </a:solidFill>
            </a:endParaRPr>
          </a:p>
        </p:txBody>
      </p:sp>
      <p:sp>
        <p:nvSpPr>
          <p:cNvPr id="22" name="Arrow: Curved Left 21">
            <a:extLst>
              <a:ext uri="{FF2B5EF4-FFF2-40B4-BE49-F238E27FC236}">
                <a16:creationId xmlns:a16="http://schemas.microsoft.com/office/drawing/2014/main" id="{265AA681-75F2-E1B4-4D7B-DA92A50C9022}"/>
              </a:ext>
            </a:extLst>
          </p:cNvPr>
          <p:cNvSpPr/>
          <p:nvPr/>
        </p:nvSpPr>
        <p:spPr>
          <a:xfrm>
            <a:off x="2843047" y="3767730"/>
            <a:ext cx="319766" cy="485079"/>
          </a:xfrm>
          <a:prstGeom prst="curvedLeftArrow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spcAft>
                <a:spcPts val="600"/>
              </a:spcAft>
            </a:pPr>
            <a:endParaRPr kumimoji="1" lang="en-US" sz="1600" b="0">
              <a:solidFill>
                <a:schemeClr val="tx2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67058065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1" name="タイトル 1">
            <a:extLst>
              <a:ext uri="{FF2B5EF4-FFF2-40B4-BE49-F238E27FC236}">
                <a16:creationId xmlns:a16="http://schemas.microsoft.com/office/drawing/2014/main" id="{95D8B9F3-ABA5-9349-951D-26A96B32BFB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92162" y="207922"/>
            <a:ext cx="8131121" cy="539750"/>
          </a:xfrm>
        </p:spPr>
        <p:txBody>
          <a:bodyPr/>
          <a:lstStyle/>
          <a:p>
            <a:pPr>
              <a:defRPr/>
            </a:pPr>
            <a:r>
              <a:rPr lang="en-PH" dirty="0"/>
              <a:t>6. Review your Inputs from the Preview of the Dispatch Form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E40347CA-58C4-230B-658C-0A31AC636AD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4629" y="605790"/>
            <a:ext cx="7654741" cy="3931920"/>
          </a:xfrm>
          <a:prstGeom prst="rect">
            <a:avLst/>
          </a:prstGeom>
        </p:spPr>
      </p:pic>
      <p:sp>
        <p:nvSpPr>
          <p:cNvPr id="5" name="Rectangle 4">
            <a:extLst>
              <a:ext uri="{FF2B5EF4-FFF2-40B4-BE49-F238E27FC236}">
                <a16:creationId xmlns:a16="http://schemas.microsoft.com/office/drawing/2014/main" id="{FF38A3DF-343C-EFAD-69F0-1D32C8F9B1F4}"/>
              </a:ext>
            </a:extLst>
          </p:cNvPr>
          <p:cNvSpPr/>
          <p:nvPr/>
        </p:nvSpPr>
        <p:spPr>
          <a:xfrm>
            <a:off x="5202621" y="4169978"/>
            <a:ext cx="851338" cy="212835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spcAft>
                <a:spcPts val="600"/>
              </a:spcAft>
            </a:pPr>
            <a:endParaRPr kumimoji="1" lang="en-US" sz="1600" b="0">
              <a:solidFill>
                <a:schemeClr val="tx2"/>
              </a:solidFill>
            </a:endParaRPr>
          </a:p>
        </p:txBody>
      </p:sp>
      <p:sp>
        <p:nvSpPr>
          <p:cNvPr id="9" name="Speech Bubble: Rectangle 8">
            <a:extLst>
              <a:ext uri="{FF2B5EF4-FFF2-40B4-BE49-F238E27FC236}">
                <a16:creationId xmlns:a16="http://schemas.microsoft.com/office/drawing/2014/main" id="{AAE98783-186C-C323-7388-EFC6473F0F41}"/>
              </a:ext>
            </a:extLst>
          </p:cNvPr>
          <p:cNvSpPr/>
          <p:nvPr/>
        </p:nvSpPr>
        <p:spPr>
          <a:xfrm>
            <a:off x="5636172" y="2274958"/>
            <a:ext cx="1891862" cy="811924"/>
          </a:xfrm>
          <a:prstGeom prst="wedgeRectCallout">
            <a:avLst>
              <a:gd name="adj1" fmla="val -62482"/>
              <a:gd name="adj2" fmla="val 183561"/>
            </a:avLst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spcAft>
                <a:spcPts val="600"/>
              </a:spcAft>
            </a:pPr>
            <a:r>
              <a:rPr kumimoji="1" lang="en-PH" sz="1400" b="0" dirty="0">
                <a:solidFill>
                  <a:schemeClr val="bg1"/>
                </a:solidFill>
              </a:rPr>
              <a:t>Click to go back to the form</a:t>
            </a:r>
            <a:endParaRPr kumimoji="1" lang="en-US" sz="1400" b="0" dirty="0">
              <a:solidFill>
                <a:schemeClr val="bg1"/>
              </a:solidFill>
            </a:endParaRPr>
          </a:p>
        </p:txBody>
      </p:sp>
      <p:sp>
        <p:nvSpPr>
          <p:cNvPr id="10" name="Speech Bubble: Rectangle 9">
            <a:extLst>
              <a:ext uri="{FF2B5EF4-FFF2-40B4-BE49-F238E27FC236}">
                <a16:creationId xmlns:a16="http://schemas.microsoft.com/office/drawing/2014/main" id="{5BC1E9ED-4D3A-CFB2-94B4-DB4A05291CBA}"/>
              </a:ext>
            </a:extLst>
          </p:cNvPr>
          <p:cNvSpPr/>
          <p:nvPr/>
        </p:nvSpPr>
        <p:spPr>
          <a:xfrm>
            <a:off x="6395544" y="3203353"/>
            <a:ext cx="1891862" cy="811924"/>
          </a:xfrm>
          <a:prstGeom prst="wedgeRectCallout">
            <a:avLst>
              <a:gd name="adj1" fmla="val -73732"/>
              <a:gd name="adj2" fmla="val 80647"/>
            </a:avLst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spcAft>
                <a:spcPts val="600"/>
              </a:spcAft>
            </a:pPr>
            <a:r>
              <a:rPr kumimoji="1" lang="en-PH" sz="1400" b="0" dirty="0">
                <a:solidFill>
                  <a:schemeClr val="bg1"/>
                </a:solidFill>
              </a:rPr>
              <a:t>Click to Submit Dispatch Request after Reviewing</a:t>
            </a:r>
            <a:endParaRPr kumimoji="1" lang="en-US" sz="1400" b="0" dirty="0">
              <a:solidFill>
                <a:schemeClr val="bg1"/>
              </a:solidFill>
            </a:endParaRPr>
          </a:p>
        </p:txBody>
      </p:sp>
      <p:sp>
        <p:nvSpPr>
          <p:cNvPr id="12" name="Speech Bubble: Rectangle 11">
            <a:extLst>
              <a:ext uri="{FF2B5EF4-FFF2-40B4-BE49-F238E27FC236}">
                <a16:creationId xmlns:a16="http://schemas.microsoft.com/office/drawing/2014/main" id="{9F8EEBCB-53EE-032A-73B0-5AE6B892FB8F}"/>
              </a:ext>
            </a:extLst>
          </p:cNvPr>
          <p:cNvSpPr/>
          <p:nvPr/>
        </p:nvSpPr>
        <p:spPr>
          <a:xfrm>
            <a:off x="1111469" y="1872155"/>
            <a:ext cx="1742089" cy="938048"/>
          </a:xfrm>
          <a:prstGeom prst="wedgeRectCallout">
            <a:avLst>
              <a:gd name="adj1" fmla="val 101340"/>
              <a:gd name="adj2" fmla="val -18172"/>
            </a:avLst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spcAft>
                <a:spcPts val="600"/>
              </a:spcAft>
            </a:pPr>
            <a:r>
              <a:rPr kumimoji="1" lang="en-PH" sz="1400" b="0" dirty="0">
                <a:solidFill>
                  <a:schemeClr val="bg1"/>
                </a:solidFill>
              </a:rPr>
              <a:t>Review the Dispatch Form</a:t>
            </a:r>
            <a:endParaRPr kumimoji="1" lang="en-US" sz="1400" b="0" dirty="0">
              <a:solidFill>
                <a:schemeClr val="bg1"/>
              </a:solidFill>
            </a:endParaRPr>
          </a:p>
        </p:txBody>
      </p:sp>
      <p:sp>
        <p:nvSpPr>
          <p:cNvPr id="13" name="Oval 12">
            <a:extLst>
              <a:ext uri="{FF2B5EF4-FFF2-40B4-BE49-F238E27FC236}">
                <a16:creationId xmlns:a16="http://schemas.microsoft.com/office/drawing/2014/main" id="{7D6555D3-1E3A-C742-A780-705EA4E2A840}"/>
              </a:ext>
            </a:extLst>
          </p:cNvPr>
          <p:cNvSpPr/>
          <p:nvPr/>
        </p:nvSpPr>
        <p:spPr>
          <a:xfrm>
            <a:off x="906517" y="1679027"/>
            <a:ext cx="409903" cy="386255"/>
          </a:xfrm>
          <a:prstGeom prst="ellipse">
            <a:avLst/>
          </a:prstGeom>
          <a:solidFill>
            <a:srgbClr val="0070C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spcAft>
                <a:spcPts val="600"/>
              </a:spcAft>
            </a:pPr>
            <a:r>
              <a:rPr kumimoji="1" lang="en-PH" sz="1600" dirty="0">
                <a:solidFill>
                  <a:schemeClr val="bg1"/>
                </a:solidFill>
              </a:rPr>
              <a:t>1</a:t>
            </a:r>
            <a:endParaRPr kumimoji="1" lang="en-US" sz="1600" dirty="0">
              <a:solidFill>
                <a:schemeClr val="bg1"/>
              </a:solidFill>
            </a:endParaRPr>
          </a:p>
        </p:txBody>
      </p:sp>
      <p:sp>
        <p:nvSpPr>
          <p:cNvPr id="14" name="Oval 13">
            <a:extLst>
              <a:ext uri="{FF2B5EF4-FFF2-40B4-BE49-F238E27FC236}">
                <a16:creationId xmlns:a16="http://schemas.microsoft.com/office/drawing/2014/main" id="{CBFA31A2-B3F3-6B70-F8A1-2F865B3952D1}"/>
              </a:ext>
            </a:extLst>
          </p:cNvPr>
          <p:cNvSpPr/>
          <p:nvPr/>
        </p:nvSpPr>
        <p:spPr>
          <a:xfrm>
            <a:off x="7198616" y="2893754"/>
            <a:ext cx="409903" cy="386255"/>
          </a:xfrm>
          <a:prstGeom prst="ellipse">
            <a:avLst/>
          </a:prstGeom>
          <a:solidFill>
            <a:srgbClr val="0070C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spcAft>
                <a:spcPts val="600"/>
              </a:spcAft>
            </a:pPr>
            <a:r>
              <a:rPr lang="en-PH" sz="1600" dirty="0">
                <a:solidFill>
                  <a:schemeClr val="bg1"/>
                </a:solidFill>
              </a:rPr>
              <a:t>2</a:t>
            </a:r>
            <a:endParaRPr kumimoji="1" lang="en-US" sz="1600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67161107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1" name="タイトル 1">
            <a:extLst>
              <a:ext uri="{FF2B5EF4-FFF2-40B4-BE49-F238E27FC236}">
                <a16:creationId xmlns:a16="http://schemas.microsoft.com/office/drawing/2014/main" id="{95D8B9F3-ABA5-9349-951D-26A96B32BFB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92162" y="207922"/>
            <a:ext cx="8257245" cy="539750"/>
          </a:xfrm>
        </p:spPr>
        <p:txBody>
          <a:bodyPr/>
          <a:lstStyle/>
          <a:p>
            <a:pPr>
              <a:defRPr/>
            </a:pPr>
            <a:r>
              <a:rPr lang="en-PH" sz="1600" dirty="0"/>
              <a:t>6.5. KHI can view Pending and Past Dispatch Requests in Request List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97F8DBCA-9A8D-D401-9412-7478708C54C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2697" y="763450"/>
            <a:ext cx="7618606" cy="3931920"/>
          </a:xfrm>
          <a:prstGeom prst="rect">
            <a:avLst/>
          </a:prstGeom>
        </p:spPr>
      </p:pic>
      <p:sp>
        <p:nvSpPr>
          <p:cNvPr id="7" name="Rectangle 6">
            <a:extLst>
              <a:ext uri="{FF2B5EF4-FFF2-40B4-BE49-F238E27FC236}">
                <a16:creationId xmlns:a16="http://schemas.microsoft.com/office/drawing/2014/main" id="{3ECEB703-8571-1E4C-22A6-8550F2588587}"/>
              </a:ext>
            </a:extLst>
          </p:cNvPr>
          <p:cNvSpPr/>
          <p:nvPr/>
        </p:nvSpPr>
        <p:spPr>
          <a:xfrm>
            <a:off x="762697" y="1237594"/>
            <a:ext cx="884800" cy="228600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spcAft>
                <a:spcPts val="600"/>
              </a:spcAft>
            </a:pPr>
            <a:endParaRPr kumimoji="1" lang="en-US" sz="1600" b="0">
              <a:solidFill>
                <a:schemeClr val="tx2"/>
              </a:solidFill>
            </a:endParaRP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4929BCF2-BB94-06D6-4461-D7EEC36BCC92}"/>
              </a:ext>
            </a:extLst>
          </p:cNvPr>
          <p:cNvSpPr/>
          <p:nvPr/>
        </p:nvSpPr>
        <p:spPr>
          <a:xfrm>
            <a:off x="1799896" y="2020614"/>
            <a:ext cx="6429703" cy="228600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spcAft>
                <a:spcPts val="600"/>
              </a:spcAft>
            </a:pPr>
            <a:endParaRPr kumimoji="1" lang="en-US" sz="1600" b="0">
              <a:solidFill>
                <a:schemeClr val="tx2"/>
              </a:solidFill>
            </a:endParaRPr>
          </a:p>
        </p:txBody>
      </p:sp>
      <p:sp>
        <p:nvSpPr>
          <p:cNvPr id="11" name="Speech Bubble: Oval 10">
            <a:extLst>
              <a:ext uri="{FF2B5EF4-FFF2-40B4-BE49-F238E27FC236}">
                <a16:creationId xmlns:a16="http://schemas.microsoft.com/office/drawing/2014/main" id="{C4523FE2-2C92-F5FD-3B61-A1521D977DE4}"/>
              </a:ext>
            </a:extLst>
          </p:cNvPr>
          <p:cNvSpPr/>
          <p:nvPr/>
        </p:nvSpPr>
        <p:spPr>
          <a:xfrm>
            <a:off x="134008" y="1791357"/>
            <a:ext cx="1560786" cy="780393"/>
          </a:xfrm>
          <a:prstGeom prst="wedgeEllipseCallout">
            <a:avLst>
              <a:gd name="adj1" fmla="val 15026"/>
              <a:gd name="adj2" fmla="val -89015"/>
            </a:avLst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spcAft>
                <a:spcPts val="600"/>
              </a:spcAft>
            </a:pPr>
            <a:r>
              <a:rPr kumimoji="1" lang="en-PH" sz="1600" b="0" dirty="0">
                <a:solidFill>
                  <a:schemeClr val="bg1"/>
                </a:solidFill>
              </a:rPr>
              <a:t>CLICK</a:t>
            </a:r>
            <a:endParaRPr kumimoji="1" lang="en-US" sz="1600" b="0" dirty="0">
              <a:solidFill>
                <a:schemeClr val="bg1"/>
              </a:solidFill>
            </a:endParaRPr>
          </a:p>
        </p:txBody>
      </p:sp>
      <p:sp>
        <p:nvSpPr>
          <p:cNvPr id="15" name="Speech Bubble: Rectangle 14">
            <a:extLst>
              <a:ext uri="{FF2B5EF4-FFF2-40B4-BE49-F238E27FC236}">
                <a16:creationId xmlns:a16="http://schemas.microsoft.com/office/drawing/2014/main" id="{C4B5AC99-7481-7331-07BE-8326790CE6A6}"/>
              </a:ext>
            </a:extLst>
          </p:cNvPr>
          <p:cNvSpPr/>
          <p:nvPr/>
        </p:nvSpPr>
        <p:spPr>
          <a:xfrm>
            <a:off x="4020207" y="2327385"/>
            <a:ext cx="2490952" cy="934628"/>
          </a:xfrm>
          <a:prstGeom prst="wedgeRectCallout">
            <a:avLst>
              <a:gd name="adj1" fmla="val -35888"/>
              <a:gd name="adj2" fmla="val -65482"/>
            </a:avLst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spcAft>
                <a:spcPts val="600"/>
              </a:spcAft>
            </a:pPr>
            <a:r>
              <a:rPr kumimoji="1" lang="en-PH" sz="1400" b="0" dirty="0">
                <a:solidFill>
                  <a:schemeClr val="bg1"/>
                </a:solidFill>
              </a:rPr>
              <a:t>KHI can click on a request from the list </a:t>
            </a:r>
            <a:r>
              <a:rPr lang="en-PH" sz="1400" b="0" dirty="0">
                <a:solidFill>
                  <a:schemeClr val="bg1"/>
                </a:solidFill>
              </a:rPr>
              <a:t>to view the Dispatch Details</a:t>
            </a:r>
            <a:endParaRPr kumimoji="1" lang="en-US" sz="1400" b="0" dirty="0">
              <a:solidFill>
                <a:schemeClr val="bg1"/>
              </a:solidFill>
            </a:endParaRPr>
          </a:p>
        </p:txBody>
      </p:sp>
      <p:sp>
        <p:nvSpPr>
          <p:cNvPr id="16" name="Oval 15">
            <a:extLst>
              <a:ext uri="{FF2B5EF4-FFF2-40B4-BE49-F238E27FC236}">
                <a16:creationId xmlns:a16="http://schemas.microsoft.com/office/drawing/2014/main" id="{9245A44C-3DB3-A875-8997-78EAAB0AA923}"/>
              </a:ext>
            </a:extLst>
          </p:cNvPr>
          <p:cNvSpPr/>
          <p:nvPr/>
        </p:nvSpPr>
        <p:spPr>
          <a:xfrm>
            <a:off x="134008" y="1634359"/>
            <a:ext cx="409903" cy="386255"/>
          </a:xfrm>
          <a:prstGeom prst="ellipse">
            <a:avLst/>
          </a:prstGeom>
          <a:solidFill>
            <a:srgbClr val="0070C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spcAft>
                <a:spcPts val="600"/>
              </a:spcAft>
            </a:pPr>
            <a:r>
              <a:rPr kumimoji="1" lang="en-PH" sz="1600" dirty="0">
                <a:solidFill>
                  <a:schemeClr val="bg1"/>
                </a:solidFill>
              </a:rPr>
              <a:t>1</a:t>
            </a:r>
            <a:endParaRPr kumimoji="1" lang="en-US" sz="1600" dirty="0">
              <a:solidFill>
                <a:schemeClr val="bg1"/>
              </a:solidFill>
            </a:endParaRPr>
          </a:p>
        </p:txBody>
      </p:sp>
      <p:sp>
        <p:nvSpPr>
          <p:cNvPr id="17" name="Oval 16">
            <a:extLst>
              <a:ext uri="{FF2B5EF4-FFF2-40B4-BE49-F238E27FC236}">
                <a16:creationId xmlns:a16="http://schemas.microsoft.com/office/drawing/2014/main" id="{FC3D477A-585E-8325-A1EA-35E2B83BA609}"/>
              </a:ext>
            </a:extLst>
          </p:cNvPr>
          <p:cNvSpPr/>
          <p:nvPr/>
        </p:nvSpPr>
        <p:spPr>
          <a:xfrm>
            <a:off x="6306207" y="2126369"/>
            <a:ext cx="409903" cy="386255"/>
          </a:xfrm>
          <a:prstGeom prst="ellipse">
            <a:avLst/>
          </a:prstGeom>
          <a:solidFill>
            <a:srgbClr val="0070C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spcAft>
                <a:spcPts val="600"/>
              </a:spcAft>
            </a:pPr>
            <a:r>
              <a:rPr lang="en-PH" sz="1600" dirty="0">
                <a:solidFill>
                  <a:schemeClr val="bg1"/>
                </a:solidFill>
              </a:rPr>
              <a:t>2</a:t>
            </a:r>
            <a:endParaRPr kumimoji="1" lang="en-US" sz="1600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71559267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1" name="タイトル 1">
            <a:extLst>
              <a:ext uri="{FF2B5EF4-FFF2-40B4-BE49-F238E27FC236}">
                <a16:creationId xmlns:a16="http://schemas.microsoft.com/office/drawing/2014/main" id="{95D8B9F3-ABA5-9349-951D-26A96B32BFB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92162" y="207922"/>
            <a:ext cx="8209948" cy="539750"/>
          </a:xfrm>
        </p:spPr>
        <p:txBody>
          <a:bodyPr/>
          <a:lstStyle/>
          <a:p>
            <a:pPr>
              <a:defRPr/>
            </a:pPr>
            <a:r>
              <a:rPr lang="en-PH" sz="1600" dirty="0"/>
              <a:t>6.5. KHI can view Pending and Past Dispatch Requests in Request List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6A97D20F-E24A-7293-7E23-E8B5BEA4A90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54761" y="763450"/>
            <a:ext cx="7634478" cy="3931920"/>
          </a:xfrm>
          <a:prstGeom prst="rect">
            <a:avLst/>
          </a:prstGeom>
        </p:spPr>
      </p:pic>
      <p:sp>
        <p:nvSpPr>
          <p:cNvPr id="4" name="Speech Bubble: Rectangle 3">
            <a:extLst>
              <a:ext uri="{FF2B5EF4-FFF2-40B4-BE49-F238E27FC236}">
                <a16:creationId xmlns:a16="http://schemas.microsoft.com/office/drawing/2014/main" id="{981C1203-98A2-3E92-BE02-B61165978F54}"/>
              </a:ext>
            </a:extLst>
          </p:cNvPr>
          <p:cNvSpPr/>
          <p:nvPr/>
        </p:nvSpPr>
        <p:spPr>
          <a:xfrm>
            <a:off x="1316421" y="1945070"/>
            <a:ext cx="1939159" cy="1253359"/>
          </a:xfrm>
          <a:prstGeom prst="wedgeRectCallout">
            <a:avLst>
              <a:gd name="adj1" fmla="val 79167"/>
              <a:gd name="adj2" fmla="val -21124"/>
            </a:avLst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spcAft>
                <a:spcPts val="600"/>
              </a:spcAft>
            </a:pPr>
            <a:r>
              <a:rPr kumimoji="1" lang="en-PH" sz="1400" b="0" dirty="0">
                <a:solidFill>
                  <a:schemeClr val="bg1"/>
                </a:solidFill>
              </a:rPr>
              <a:t>View the Dispatch Request Details here along with the Documents</a:t>
            </a:r>
            <a:endParaRPr kumimoji="1" lang="en-US" sz="1400" b="0" dirty="0">
              <a:solidFill>
                <a:schemeClr val="bg1"/>
              </a:solidFill>
            </a:endParaRPr>
          </a:p>
        </p:txBody>
      </p:sp>
      <p:sp>
        <p:nvSpPr>
          <p:cNvPr id="5" name="Speech Bubble: Rectangle 4">
            <a:extLst>
              <a:ext uri="{FF2B5EF4-FFF2-40B4-BE49-F238E27FC236}">
                <a16:creationId xmlns:a16="http://schemas.microsoft.com/office/drawing/2014/main" id="{72F0220A-2A84-0359-2E91-1EEC1BDAAB9D}"/>
              </a:ext>
            </a:extLst>
          </p:cNvPr>
          <p:cNvSpPr/>
          <p:nvPr/>
        </p:nvSpPr>
        <p:spPr>
          <a:xfrm>
            <a:off x="5607102" y="2388475"/>
            <a:ext cx="2023408" cy="906517"/>
          </a:xfrm>
          <a:prstGeom prst="wedgeRectCallout">
            <a:avLst>
              <a:gd name="adj1" fmla="val -66749"/>
              <a:gd name="adj2" fmla="val 44713"/>
            </a:avLst>
          </a:prstGeom>
          <a:solidFill>
            <a:schemeClr val="bg1"/>
          </a:solidFill>
          <a:ln>
            <a:solidFill>
              <a:schemeClr val="accent5"/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spcAft>
                <a:spcPts val="600"/>
              </a:spcAft>
            </a:pPr>
            <a:r>
              <a:rPr kumimoji="1" lang="en-PH" sz="1100" b="0" dirty="0">
                <a:solidFill>
                  <a:srgbClr val="0070C0"/>
                </a:solidFill>
              </a:rPr>
              <a:t>The Documents inside the Request Modal can only be viewed and cannot be exported/printed</a:t>
            </a:r>
            <a:endParaRPr kumimoji="1" lang="en-US" sz="1100" b="0" dirty="0">
              <a:solidFill>
                <a:srgbClr val="0070C0"/>
              </a:solidFill>
            </a:endParaRPr>
          </a:p>
        </p:txBody>
      </p:sp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BF5B262B-8005-EE20-6CBF-0F5542BD0329}"/>
              </a:ext>
            </a:extLst>
          </p:cNvPr>
          <p:cNvSpPr/>
          <p:nvPr/>
        </p:nvSpPr>
        <p:spPr>
          <a:xfrm>
            <a:off x="5408217" y="2268252"/>
            <a:ext cx="828384" cy="208892"/>
          </a:xfrm>
          <a:prstGeom prst="roundRect">
            <a:avLst/>
          </a:prstGeom>
          <a:solidFill>
            <a:srgbClr val="0070C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spcAft>
                <a:spcPts val="600"/>
              </a:spcAft>
            </a:pPr>
            <a:r>
              <a:rPr kumimoji="1" lang="en-PH" sz="1200" b="0" dirty="0">
                <a:solidFill>
                  <a:schemeClr val="bg1"/>
                </a:solidFill>
              </a:rPr>
              <a:t>NOTE:</a:t>
            </a:r>
            <a:endParaRPr kumimoji="1" lang="en-US" sz="1200" b="0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00491751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1" name="タイトル 1">
            <a:extLst>
              <a:ext uri="{FF2B5EF4-FFF2-40B4-BE49-F238E27FC236}">
                <a16:creationId xmlns:a16="http://schemas.microsoft.com/office/drawing/2014/main" id="{95D8B9F3-ABA5-9349-951D-26A96B32BFB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92163" y="207922"/>
            <a:ext cx="7941934" cy="539750"/>
          </a:xfrm>
        </p:spPr>
        <p:txBody>
          <a:bodyPr/>
          <a:lstStyle/>
          <a:p>
            <a:pPr>
              <a:defRPr/>
            </a:pPr>
            <a:r>
              <a:rPr lang="en-PH" dirty="0"/>
              <a:t>7. An Email will be sent to KDT President after Submitting a Dispatch Request</a:t>
            </a:r>
          </a:p>
        </p:txBody>
      </p:sp>
      <p:pic>
        <p:nvPicPr>
          <p:cNvPr id="3" name="Picture 2" descr="A screenshot of a email&#10;&#10;Description automatically generated">
            <a:extLst>
              <a:ext uri="{FF2B5EF4-FFF2-40B4-BE49-F238E27FC236}">
                <a16:creationId xmlns:a16="http://schemas.microsoft.com/office/drawing/2014/main" id="{EFA6A3E0-A77A-A64B-6127-478307CD475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13198" y="849032"/>
            <a:ext cx="4258802" cy="3445436"/>
          </a:xfrm>
          <a:prstGeom prst="rect">
            <a:avLst/>
          </a:prstGeom>
          <a:ln>
            <a:solidFill>
              <a:schemeClr val="accent5"/>
            </a:solidFill>
          </a:ln>
        </p:spPr>
      </p:pic>
      <p:sp>
        <p:nvSpPr>
          <p:cNvPr id="4" name="Rectangle 3">
            <a:extLst>
              <a:ext uri="{FF2B5EF4-FFF2-40B4-BE49-F238E27FC236}">
                <a16:creationId xmlns:a16="http://schemas.microsoft.com/office/drawing/2014/main" id="{4F44BE1B-1411-30FE-22D0-3BB7D2B3B430}"/>
              </a:ext>
            </a:extLst>
          </p:cNvPr>
          <p:cNvSpPr/>
          <p:nvPr/>
        </p:nvSpPr>
        <p:spPr>
          <a:xfrm>
            <a:off x="5029200" y="849032"/>
            <a:ext cx="3334407" cy="3445436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spcAft>
                <a:spcPts val="200"/>
              </a:spcAft>
            </a:pPr>
            <a:r>
              <a:rPr lang="en-US" sz="1100" dirty="0">
                <a:solidFill>
                  <a:schemeClr val="accent5"/>
                </a:solidFill>
              </a:rPr>
              <a:t>EMAIL RECIPIENTS</a:t>
            </a:r>
          </a:p>
          <a:p>
            <a:pPr>
              <a:spcAft>
                <a:spcPts val="200"/>
              </a:spcAft>
            </a:pPr>
            <a:r>
              <a:rPr lang="en-US" sz="1100" dirty="0">
                <a:solidFill>
                  <a:schemeClr val="accent5"/>
                </a:solidFill>
              </a:rPr>
              <a:t>Email To : </a:t>
            </a:r>
            <a:r>
              <a:rPr lang="en-US" sz="1100" b="0" dirty="0">
                <a:solidFill>
                  <a:schemeClr val="accent5"/>
                </a:solidFill>
              </a:rPr>
              <a:t>KDT President</a:t>
            </a:r>
          </a:p>
          <a:p>
            <a:pPr>
              <a:spcAft>
                <a:spcPts val="200"/>
              </a:spcAft>
            </a:pPr>
            <a:r>
              <a:rPr lang="en-US" sz="1100" dirty="0">
                <a:solidFill>
                  <a:schemeClr val="accent5"/>
                </a:solidFill>
              </a:rPr>
              <a:t>Email CC :</a:t>
            </a:r>
          </a:p>
          <a:p>
            <a:pPr>
              <a:spcAft>
                <a:spcPts val="200"/>
              </a:spcAft>
            </a:pPr>
            <a:r>
              <a:rPr lang="en-US" sz="1100" dirty="0">
                <a:solidFill>
                  <a:schemeClr val="accent5"/>
                </a:solidFill>
              </a:rPr>
              <a:t>   KHI Admin</a:t>
            </a:r>
          </a:p>
          <a:p>
            <a:pPr>
              <a:spcAft>
                <a:spcPts val="200"/>
              </a:spcAft>
            </a:pPr>
            <a:r>
              <a:rPr lang="en-US" sz="1100" dirty="0">
                <a:solidFill>
                  <a:schemeClr val="accent5"/>
                </a:solidFill>
              </a:rPr>
              <a:t>      - </a:t>
            </a:r>
            <a:r>
              <a:rPr lang="en-US" sz="1100" b="0" dirty="0">
                <a:solidFill>
                  <a:schemeClr val="accent5"/>
                </a:solidFill>
              </a:rPr>
              <a:t>HR</a:t>
            </a:r>
          </a:p>
          <a:p>
            <a:pPr>
              <a:spcAft>
                <a:spcPts val="200"/>
              </a:spcAft>
            </a:pPr>
            <a:r>
              <a:rPr lang="en-US" sz="1100" dirty="0">
                <a:solidFill>
                  <a:schemeClr val="accent5"/>
                </a:solidFill>
              </a:rPr>
              <a:t>      - </a:t>
            </a:r>
            <a:r>
              <a:rPr lang="en-US" sz="1100" b="0" dirty="0">
                <a:solidFill>
                  <a:schemeClr val="accent5"/>
                </a:solidFill>
              </a:rPr>
              <a:t>Admin</a:t>
            </a:r>
          </a:p>
          <a:p>
            <a:pPr>
              <a:spcAft>
                <a:spcPts val="200"/>
              </a:spcAft>
            </a:pPr>
            <a:r>
              <a:rPr lang="en-US" sz="1100" dirty="0">
                <a:solidFill>
                  <a:schemeClr val="accent5"/>
                </a:solidFill>
              </a:rPr>
              <a:t>KHI Group or Dept counter part of KDT Group</a:t>
            </a:r>
          </a:p>
          <a:p>
            <a:pPr>
              <a:spcAft>
                <a:spcPts val="200"/>
              </a:spcAft>
            </a:pPr>
            <a:r>
              <a:rPr lang="en-US" sz="1100" dirty="0">
                <a:solidFill>
                  <a:schemeClr val="accent5"/>
                </a:solidFill>
              </a:rPr>
              <a:t>   - </a:t>
            </a:r>
            <a:r>
              <a:rPr lang="en-US" sz="1100" b="0" dirty="0">
                <a:solidFill>
                  <a:schemeClr val="accent5"/>
                </a:solidFill>
              </a:rPr>
              <a:t>KHI Manager</a:t>
            </a:r>
          </a:p>
          <a:p>
            <a:pPr>
              <a:spcAft>
                <a:spcPts val="200"/>
              </a:spcAft>
            </a:pPr>
            <a:r>
              <a:rPr lang="en-US" sz="1100" dirty="0">
                <a:solidFill>
                  <a:schemeClr val="accent5"/>
                </a:solidFill>
              </a:rPr>
              <a:t>   - </a:t>
            </a:r>
            <a:r>
              <a:rPr lang="en-US" sz="1100" b="0" dirty="0">
                <a:solidFill>
                  <a:schemeClr val="accent5"/>
                </a:solidFill>
              </a:rPr>
              <a:t>KHI Person In Charge</a:t>
            </a:r>
          </a:p>
          <a:p>
            <a:pPr>
              <a:spcAft>
                <a:spcPts val="200"/>
              </a:spcAft>
            </a:pPr>
            <a:r>
              <a:rPr lang="en-US" sz="1100" dirty="0">
                <a:solidFill>
                  <a:schemeClr val="accent5"/>
                </a:solidFill>
              </a:rPr>
              <a:t>   - </a:t>
            </a:r>
            <a:r>
              <a:rPr lang="en-US" sz="1100" b="0" dirty="0">
                <a:solidFill>
                  <a:schemeClr val="accent5"/>
                </a:solidFill>
              </a:rPr>
              <a:t>KHI Group Requestor</a:t>
            </a:r>
          </a:p>
          <a:p>
            <a:pPr>
              <a:spcAft>
                <a:spcPts val="200"/>
              </a:spcAft>
            </a:pPr>
            <a:r>
              <a:rPr lang="en-US" sz="1100" dirty="0">
                <a:solidFill>
                  <a:schemeClr val="accent5"/>
                </a:solidFill>
              </a:rPr>
              <a:t>KDT Admin</a:t>
            </a:r>
          </a:p>
          <a:p>
            <a:pPr>
              <a:spcAft>
                <a:spcPts val="200"/>
              </a:spcAft>
            </a:pPr>
            <a:r>
              <a:rPr lang="en-US" sz="1100" dirty="0">
                <a:solidFill>
                  <a:schemeClr val="accent5"/>
                </a:solidFill>
              </a:rPr>
              <a:t>   - </a:t>
            </a:r>
            <a:r>
              <a:rPr lang="en-US" sz="1100" b="0" dirty="0">
                <a:solidFill>
                  <a:schemeClr val="accent5"/>
                </a:solidFill>
              </a:rPr>
              <a:t>Admin DM / SM</a:t>
            </a:r>
          </a:p>
          <a:p>
            <a:pPr>
              <a:spcAft>
                <a:spcPts val="200"/>
              </a:spcAft>
            </a:pPr>
            <a:r>
              <a:rPr lang="en-US" sz="1100" dirty="0">
                <a:solidFill>
                  <a:schemeClr val="accent5"/>
                </a:solidFill>
              </a:rPr>
              <a:t>   - </a:t>
            </a:r>
            <a:r>
              <a:rPr lang="en-US" sz="1100" b="0" dirty="0">
                <a:solidFill>
                  <a:schemeClr val="accent5"/>
                </a:solidFill>
              </a:rPr>
              <a:t>Soriano </a:t>
            </a:r>
            <a:r>
              <a:rPr lang="en-US" sz="1100" b="0" dirty="0" err="1">
                <a:solidFill>
                  <a:schemeClr val="accent5"/>
                </a:solidFill>
              </a:rPr>
              <a:t>san</a:t>
            </a:r>
            <a:endParaRPr lang="en-US" sz="1100" b="0" dirty="0">
              <a:solidFill>
                <a:schemeClr val="accent5"/>
              </a:solidFill>
            </a:endParaRPr>
          </a:p>
          <a:p>
            <a:pPr>
              <a:spcAft>
                <a:spcPts val="200"/>
              </a:spcAft>
            </a:pPr>
            <a:r>
              <a:rPr lang="en-US" sz="1100" dirty="0">
                <a:solidFill>
                  <a:schemeClr val="accent5"/>
                </a:solidFill>
              </a:rPr>
              <a:t>   - </a:t>
            </a:r>
            <a:r>
              <a:rPr lang="en-US" sz="1100" b="0" dirty="0">
                <a:solidFill>
                  <a:schemeClr val="accent5"/>
                </a:solidFill>
              </a:rPr>
              <a:t>Meriam </a:t>
            </a:r>
            <a:r>
              <a:rPr lang="en-US" sz="1100" b="0" dirty="0" err="1">
                <a:solidFill>
                  <a:schemeClr val="accent5"/>
                </a:solidFill>
              </a:rPr>
              <a:t>san</a:t>
            </a:r>
            <a:r>
              <a:rPr lang="en-US" sz="1100" b="0" dirty="0">
                <a:solidFill>
                  <a:schemeClr val="accent5"/>
                </a:solidFill>
              </a:rPr>
              <a:t> / Arlene </a:t>
            </a:r>
            <a:r>
              <a:rPr lang="en-US" sz="1100" b="0" dirty="0" err="1">
                <a:solidFill>
                  <a:schemeClr val="accent5"/>
                </a:solidFill>
              </a:rPr>
              <a:t>san</a:t>
            </a:r>
            <a:endParaRPr lang="en-US" sz="1100" b="0" dirty="0">
              <a:solidFill>
                <a:schemeClr val="accent5"/>
              </a:solidFill>
            </a:endParaRPr>
          </a:p>
          <a:p>
            <a:pPr>
              <a:spcAft>
                <a:spcPts val="200"/>
              </a:spcAft>
            </a:pPr>
            <a:r>
              <a:rPr lang="en-US" sz="1100" dirty="0">
                <a:solidFill>
                  <a:schemeClr val="accent5"/>
                </a:solidFill>
              </a:rPr>
              <a:t>KDT Group Leaders</a:t>
            </a:r>
          </a:p>
          <a:p>
            <a:pPr>
              <a:spcAft>
                <a:spcPts val="200"/>
              </a:spcAft>
            </a:pPr>
            <a:r>
              <a:rPr lang="en-US" sz="1100" dirty="0">
                <a:solidFill>
                  <a:schemeClr val="accent5"/>
                </a:solidFill>
              </a:rPr>
              <a:t>   - </a:t>
            </a:r>
            <a:r>
              <a:rPr lang="en-US" sz="1100" b="0" dirty="0">
                <a:solidFill>
                  <a:schemeClr val="accent5"/>
                </a:solidFill>
              </a:rPr>
              <a:t>with designation SSV AM DM </a:t>
            </a:r>
            <a:endParaRPr kumimoji="1" lang="en-US" sz="1400" b="0" dirty="0">
              <a:solidFill>
                <a:schemeClr val="accent5"/>
              </a:solidFill>
            </a:endParaRP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AE3DC6AC-1FA1-DDBD-2A40-D36B1FC2BC37}"/>
              </a:ext>
            </a:extLst>
          </p:cNvPr>
          <p:cNvSpPr/>
          <p:nvPr/>
        </p:nvSpPr>
        <p:spPr>
          <a:xfrm>
            <a:off x="457200" y="2806262"/>
            <a:ext cx="1072055" cy="220717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spcAft>
                <a:spcPts val="600"/>
              </a:spcAft>
            </a:pPr>
            <a:endParaRPr kumimoji="1" lang="en-US" sz="1600" b="0">
              <a:solidFill>
                <a:schemeClr val="tx2"/>
              </a:solidFill>
            </a:endParaRPr>
          </a:p>
        </p:txBody>
      </p:sp>
      <p:sp>
        <p:nvSpPr>
          <p:cNvPr id="9" name="Speech Bubble: Oval 8">
            <a:extLst>
              <a:ext uri="{FF2B5EF4-FFF2-40B4-BE49-F238E27FC236}">
                <a16:creationId xmlns:a16="http://schemas.microsoft.com/office/drawing/2014/main" id="{AFC978CF-C4E0-B2C4-3B69-1B5A9EB6201A}"/>
              </a:ext>
            </a:extLst>
          </p:cNvPr>
          <p:cNvSpPr/>
          <p:nvPr/>
        </p:nvSpPr>
        <p:spPr>
          <a:xfrm>
            <a:off x="1938102" y="1594287"/>
            <a:ext cx="2191407" cy="827690"/>
          </a:xfrm>
          <a:prstGeom prst="wedgeEllipseCallout">
            <a:avLst>
              <a:gd name="adj1" fmla="val -67236"/>
              <a:gd name="adj2" fmla="val 80595"/>
            </a:avLst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spcAft>
                <a:spcPts val="600"/>
              </a:spcAft>
            </a:pPr>
            <a:r>
              <a:rPr kumimoji="1" lang="en-PH" sz="1600" b="0" dirty="0">
                <a:solidFill>
                  <a:schemeClr val="bg1"/>
                </a:solidFill>
              </a:rPr>
              <a:t>Click by KDT President</a:t>
            </a:r>
            <a:endParaRPr kumimoji="1" lang="en-US" sz="1600" b="0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80943218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" name="Picture 13">
            <a:extLst>
              <a:ext uri="{FF2B5EF4-FFF2-40B4-BE49-F238E27FC236}">
                <a16:creationId xmlns:a16="http://schemas.microsoft.com/office/drawing/2014/main" id="{FF936089-DD92-D402-37E4-C34E8DE6536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28085" y="684620"/>
            <a:ext cx="7630628" cy="3931920"/>
          </a:xfrm>
          <a:prstGeom prst="rect">
            <a:avLst/>
          </a:prstGeom>
        </p:spPr>
      </p:pic>
      <p:sp>
        <p:nvSpPr>
          <p:cNvPr id="10241" name="タイトル 1">
            <a:extLst>
              <a:ext uri="{FF2B5EF4-FFF2-40B4-BE49-F238E27FC236}">
                <a16:creationId xmlns:a16="http://schemas.microsoft.com/office/drawing/2014/main" id="{95D8B9F3-ABA5-9349-951D-26A96B32BFB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92163" y="168507"/>
            <a:ext cx="8004996" cy="539750"/>
          </a:xfrm>
        </p:spPr>
        <p:txBody>
          <a:bodyPr/>
          <a:lstStyle/>
          <a:p>
            <a:pPr>
              <a:defRPr/>
            </a:pPr>
            <a:r>
              <a:rPr lang="en-PH" sz="1600" dirty="0"/>
              <a:t>8. KDT President gets redirected to the Request List to view the Dispatch Request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7C87E418-1930-B8FA-8FE8-832334F2114A}"/>
              </a:ext>
            </a:extLst>
          </p:cNvPr>
          <p:cNvSpPr/>
          <p:nvPr/>
        </p:nvSpPr>
        <p:spPr>
          <a:xfrm>
            <a:off x="539881" y="1188977"/>
            <a:ext cx="822960" cy="182880"/>
          </a:xfrm>
          <a:prstGeom prst="rect">
            <a:avLst/>
          </a:prstGeom>
          <a:noFill/>
          <a:ln>
            <a:solidFill>
              <a:schemeClr val="bg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spcAft>
                <a:spcPts val="600"/>
              </a:spcAft>
            </a:pPr>
            <a:endParaRPr kumimoji="1" lang="en-US" sz="1600" b="0">
              <a:solidFill>
                <a:schemeClr val="tx2"/>
              </a:solidFill>
            </a:endParaRPr>
          </a:p>
        </p:txBody>
      </p:sp>
      <p:sp>
        <p:nvSpPr>
          <p:cNvPr id="4" name="Speech Bubble: Oval 3">
            <a:extLst>
              <a:ext uri="{FF2B5EF4-FFF2-40B4-BE49-F238E27FC236}">
                <a16:creationId xmlns:a16="http://schemas.microsoft.com/office/drawing/2014/main" id="{6685877D-62EC-BF44-B77D-B214BF56EA75}"/>
              </a:ext>
            </a:extLst>
          </p:cNvPr>
          <p:cNvSpPr/>
          <p:nvPr/>
        </p:nvSpPr>
        <p:spPr>
          <a:xfrm>
            <a:off x="55128" y="1692819"/>
            <a:ext cx="1411066" cy="587861"/>
          </a:xfrm>
          <a:prstGeom prst="wedgeEllipseCallout">
            <a:avLst>
              <a:gd name="adj1" fmla="val 12182"/>
              <a:gd name="adj2" fmla="val -108584"/>
            </a:avLst>
          </a:prstGeom>
          <a:solidFill>
            <a:schemeClr val="accent5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spcAft>
                <a:spcPts val="600"/>
              </a:spcAft>
            </a:pPr>
            <a:r>
              <a:rPr kumimoji="1" lang="en-PH" sz="1400" b="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CLICK</a:t>
            </a:r>
            <a:endParaRPr kumimoji="1" lang="en-US" sz="1600" b="0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B2E34E57-3CF0-D345-4CA2-5B46F5B36C4B}"/>
              </a:ext>
            </a:extLst>
          </p:cNvPr>
          <p:cNvSpPr/>
          <p:nvPr/>
        </p:nvSpPr>
        <p:spPr>
          <a:xfrm>
            <a:off x="1529248" y="1868216"/>
            <a:ext cx="6487518" cy="197069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spcAft>
                <a:spcPts val="600"/>
              </a:spcAft>
            </a:pPr>
            <a:endParaRPr kumimoji="1" lang="en-US" sz="1600" b="0">
              <a:solidFill>
                <a:schemeClr val="tx2"/>
              </a:solidFill>
            </a:endParaRPr>
          </a:p>
        </p:txBody>
      </p:sp>
      <p:sp>
        <p:nvSpPr>
          <p:cNvPr id="10" name="Speech Bubble: Rectangle 9">
            <a:extLst>
              <a:ext uri="{FF2B5EF4-FFF2-40B4-BE49-F238E27FC236}">
                <a16:creationId xmlns:a16="http://schemas.microsoft.com/office/drawing/2014/main" id="{AFE0A73D-8E25-4571-7BB7-2234146356D7}"/>
              </a:ext>
            </a:extLst>
          </p:cNvPr>
          <p:cNvSpPr/>
          <p:nvPr/>
        </p:nvSpPr>
        <p:spPr>
          <a:xfrm>
            <a:off x="3697010" y="2123026"/>
            <a:ext cx="2151993" cy="1016876"/>
          </a:xfrm>
          <a:prstGeom prst="wedgeRectCallout">
            <a:avLst>
              <a:gd name="adj1" fmla="val -75425"/>
              <a:gd name="adj2" fmla="val -58622"/>
            </a:avLst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spcAft>
                <a:spcPts val="600"/>
              </a:spcAft>
            </a:pPr>
            <a:r>
              <a:rPr kumimoji="1" lang="en-PH" sz="1400" b="0" dirty="0">
                <a:solidFill>
                  <a:schemeClr val="bg1"/>
                </a:solidFill>
              </a:rPr>
              <a:t>Click to view the Dispatch Request Details and Documents</a:t>
            </a:r>
            <a:endParaRPr kumimoji="1" lang="en-US" sz="1400" b="0" dirty="0">
              <a:solidFill>
                <a:schemeClr val="bg1"/>
              </a:solidFill>
            </a:endParaRPr>
          </a:p>
        </p:txBody>
      </p:sp>
      <p:sp>
        <p:nvSpPr>
          <p:cNvPr id="11" name="Oval 10">
            <a:extLst>
              <a:ext uri="{FF2B5EF4-FFF2-40B4-BE49-F238E27FC236}">
                <a16:creationId xmlns:a16="http://schemas.microsoft.com/office/drawing/2014/main" id="{75089A4E-D52C-57DB-5B00-499BDE1DCD94}"/>
              </a:ext>
            </a:extLst>
          </p:cNvPr>
          <p:cNvSpPr/>
          <p:nvPr/>
        </p:nvSpPr>
        <p:spPr>
          <a:xfrm>
            <a:off x="55128" y="1545314"/>
            <a:ext cx="409903" cy="386255"/>
          </a:xfrm>
          <a:prstGeom prst="ellipse">
            <a:avLst/>
          </a:prstGeom>
          <a:solidFill>
            <a:srgbClr val="0070C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spcAft>
                <a:spcPts val="600"/>
              </a:spcAft>
            </a:pPr>
            <a:r>
              <a:rPr kumimoji="1" lang="en-PH" sz="1600" dirty="0">
                <a:solidFill>
                  <a:schemeClr val="bg1"/>
                </a:solidFill>
              </a:rPr>
              <a:t>1</a:t>
            </a:r>
            <a:endParaRPr kumimoji="1" lang="en-US" sz="1600" dirty="0">
              <a:solidFill>
                <a:schemeClr val="bg1"/>
              </a:solidFill>
            </a:endParaRPr>
          </a:p>
        </p:txBody>
      </p:sp>
      <p:sp>
        <p:nvSpPr>
          <p:cNvPr id="12" name="Oval 11">
            <a:extLst>
              <a:ext uri="{FF2B5EF4-FFF2-40B4-BE49-F238E27FC236}">
                <a16:creationId xmlns:a16="http://schemas.microsoft.com/office/drawing/2014/main" id="{B136EFDC-CA0D-EFC8-0831-52A6C9270B47}"/>
              </a:ext>
            </a:extLst>
          </p:cNvPr>
          <p:cNvSpPr/>
          <p:nvPr/>
        </p:nvSpPr>
        <p:spPr>
          <a:xfrm>
            <a:off x="5644051" y="1965663"/>
            <a:ext cx="409903" cy="386255"/>
          </a:xfrm>
          <a:prstGeom prst="ellipse">
            <a:avLst/>
          </a:prstGeom>
          <a:solidFill>
            <a:srgbClr val="0070C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spcAft>
                <a:spcPts val="600"/>
              </a:spcAft>
            </a:pPr>
            <a:r>
              <a:rPr lang="en-PH" sz="1600" dirty="0">
                <a:solidFill>
                  <a:schemeClr val="bg1"/>
                </a:solidFill>
              </a:rPr>
              <a:t>2</a:t>
            </a:r>
            <a:endParaRPr kumimoji="1" lang="en-US" sz="1600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288733060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1" name="タイトル 1">
            <a:extLst>
              <a:ext uri="{FF2B5EF4-FFF2-40B4-BE49-F238E27FC236}">
                <a16:creationId xmlns:a16="http://schemas.microsoft.com/office/drawing/2014/main" id="{95D8B9F3-ABA5-9349-951D-26A96B32BFB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92163" y="207922"/>
            <a:ext cx="7886754" cy="539750"/>
          </a:xfrm>
        </p:spPr>
        <p:txBody>
          <a:bodyPr/>
          <a:lstStyle/>
          <a:p>
            <a:pPr>
              <a:defRPr/>
            </a:pPr>
            <a:r>
              <a:rPr lang="en-PH" sz="1600" dirty="0"/>
              <a:t>9. KDT President can Accept/Reject the Dispatch Request from KHI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D34F9512-DC90-3654-F7AB-B471AE54951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5117" y="747684"/>
            <a:ext cx="7654741" cy="3931920"/>
          </a:xfrm>
          <a:prstGeom prst="rect">
            <a:avLst/>
          </a:prstGeom>
        </p:spPr>
      </p:pic>
      <p:sp>
        <p:nvSpPr>
          <p:cNvPr id="4" name="Rectangle 3">
            <a:extLst>
              <a:ext uri="{FF2B5EF4-FFF2-40B4-BE49-F238E27FC236}">
                <a16:creationId xmlns:a16="http://schemas.microsoft.com/office/drawing/2014/main" id="{C45A284B-AB50-3DD3-A834-40AA0A6B0A05}"/>
              </a:ext>
            </a:extLst>
          </p:cNvPr>
          <p:cNvSpPr/>
          <p:nvPr/>
        </p:nvSpPr>
        <p:spPr>
          <a:xfrm>
            <a:off x="3783724" y="3594538"/>
            <a:ext cx="1773621" cy="220717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spcAft>
                <a:spcPts val="600"/>
              </a:spcAft>
            </a:pPr>
            <a:endParaRPr kumimoji="1" lang="en-US" sz="1600" b="0">
              <a:solidFill>
                <a:schemeClr val="tx2"/>
              </a:solidFill>
            </a:endParaRPr>
          </a:p>
        </p:txBody>
      </p:sp>
      <p:sp>
        <p:nvSpPr>
          <p:cNvPr id="5" name="Speech Bubble: Rectangle 4">
            <a:extLst>
              <a:ext uri="{FF2B5EF4-FFF2-40B4-BE49-F238E27FC236}">
                <a16:creationId xmlns:a16="http://schemas.microsoft.com/office/drawing/2014/main" id="{60DD6086-AB89-380E-7FFA-3DE866864833}"/>
              </a:ext>
            </a:extLst>
          </p:cNvPr>
          <p:cNvSpPr/>
          <p:nvPr/>
        </p:nvSpPr>
        <p:spPr>
          <a:xfrm>
            <a:off x="5707244" y="2475187"/>
            <a:ext cx="2033752" cy="961696"/>
          </a:xfrm>
          <a:prstGeom prst="wedgeRectCallout">
            <a:avLst>
              <a:gd name="adj1" fmla="val -113856"/>
              <a:gd name="adj2" fmla="val 67419"/>
            </a:avLst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spcAft>
                <a:spcPts val="600"/>
              </a:spcAft>
            </a:pPr>
            <a:r>
              <a:rPr kumimoji="1" lang="en-PH" sz="1600" b="0" dirty="0">
                <a:solidFill>
                  <a:schemeClr val="bg1"/>
                </a:solidFill>
              </a:rPr>
              <a:t>Click to Reject Dispatch Request</a:t>
            </a:r>
            <a:endParaRPr kumimoji="1" lang="en-US" sz="1600" b="0" dirty="0">
              <a:solidFill>
                <a:schemeClr val="bg1"/>
              </a:solidFill>
            </a:endParaRPr>
          </a:p>
        </p:txBody>
      </p:sp>
      <p:sp>
        <p:nvSpPr>
          <p:cNvPr id="9" name="Speech Bubble: Rectangle 8">
            <a:extLst>
              <a:ext uri="{FF2B5EF4-FFF2-40B4-BE49-F238E27FC236}">
                <a16:creationId xmlns:a16="http://schemas.microsoft.com/office/drawing/2014/main" id="{98853FB5-1BF2-4770-18CC-DB7F695AB2EC}"/>
              </a:ext>
            </a:extLst>
          </p:cNvPr>
          <p:cNvSpPr/>
          <p:nvPr/>
        </p:nvSpPr>
        <p:spPr>
          <a:xfrm>
            <a:off x="5859644" y="3494691"/>
            <a:ext cx="2033752" cy="961696"/>
          </a:xfrm>
          <a:prstGeom prst="wedgeRectCallout">
            <a:avLst>
              <a:gd name="adj1" fmla="val -74709"/>
              <a:gd name="adj2" fmla="val -27663"/>
            </a:avLst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spcAft>
                <a:spcPts val="600"/>
              </a:spcAft>
            </a:pPr>
            <a:r>
              <a:rPr kumimoji="1" lang="en-PH" sz="1600" b="0" dirty="0">
                <a:solidFill>
                  <a:schemeClr val="bg1"/>
                </a:solidFill>
              </a:rPr>
              <a:t>Click to Accept Dispatch Request</a:t>
            </a:r>
            <a:endParaRPr kumimoji="1" lang="en-US" sz="1600" b="0" dirty="0">
              <a:solidFill>
                <a:schemeClr val="bg1"/>
              </a:solidFill>
            </a:endParaRPr>
          </a:p>
        </p:txBody>
      </p:sp>
      <p:sp>
        <p:nvSpPr>
          <p:cNvPr id="10" name="Speech Bubble: Rectangle 9">
            <a:extLst>
              <a:ext uri="{FF2B5EF4-FFF2-40B4-BE49-F238E27FC236}">
                <a16:creationId xmlns:a16="http://schemas.microsoft.com/office/drawing/2014/main" id="{8A6C2686-DEC9-6FA3-64A6-2D0A5D0D2794}"/>
              </a:ext>
            </a:extLst>
          </p:cNvPr>
          <p:cNvSpPr/>
          <p:nvPr/>
        </p:nvSpPr>
        <p:spPr>
          <a:xfrm>
            <a:off x="1468947" y="1334815"/>
            <a:ext cx="2033752" cy="961696"/>
          </a:xfrm>
          <a:prstGeom prst="wedgeRectCallout">
            <a:avLst>
              <a:gd name="adj1" fmla="val 68314"/>
              <a:gd name="adj2" fmla="val 43649"/>
            </a:avLst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spcAft>
                <a:spcPts val="600"/>
              </a:spcAft>
            </a:pPr>
            <a:r>
              <a:rPr kumimoji="1" lang="en-PH" sz="1600" b="0" dirty="0">
                <a:solidFill>
                  <a:schemeClr val="bg1"/>
                </a:solidFill>
              </a:rPr>
              <a:t>Details of the Dispatch Request</a:t>
            </a:r>
            <a:endParaRPr kumimoji="1" lang="en-US" sz="1600" b="0" dirty="0">
              <a:solidFill>
                <a:schemeClr val="bg1"/>
              </a:solidFill>
            </a:endParaRPr>
          </a:p>
        </p:txBody>
      </p:sp>
      <p:sp>
        <p:nvSpPr>
          <p:cNvPr id="11" name="Speech Bubble: Rectangle 10">
            <a:extLst>
              <a:ext uri="{FF2B5EF4-FFF2-40B4-BE49-F238E27FC236}">
                <a16:creationId xmlns:a16="http://schemas.microsoft.com/office/drawing/2014/main" id="{41116B1A-6D21-6D3C-2E56-2DFB596334FD}"/>
              </a:ext>
            </a:extLst>
          </p:cNvPr>
          <p:cNvSpPr/>
          <p:nvPr/>
        </p:nvSpPr>
        <p:spPr>
          <a:xfrm>
            <a:off x="1468947" y="2475187"/>
            <a:ext cx="2033752" cy="961696"/>
          </a:xfrm>
          <a:prstGeom prst="wedgeRectCallout">
            <a:avLst>
              <a:gd name="adj1" fmla="val 69477"/>
              <a:gd name="adj2" fmla="val -1434"/>
            </a:avLst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spcAft>
                <a:spcPts val="600"/>
              </a:spcAft>
            </a:pPr>
            <a:r>
              <a:rPr kumimoji="1" lang="en-PH" sz="1600" b="0" dirty="0">
                <a:solidFill>
                  <a:schemeClr val="bg1"/>
                </a:solidFill>
              </a:rPr>
              <a:t>Click to view the Documents (Printable)</a:t>
            </a:r>
            <a:endParaRPr kumimoji="1" lang="en-US" sz="1600" b="0" dirty="0">
              <a:solidFill>
                <a:schemeClr val="bg1"/>
              </a:solidFill>
            </a:endParaRPr>
          </a:p>
        </p:txBody>
      </p:sp>
      <p:sp>
        <p:nvSpPr>
          <p:cNvPr id="12" name="Speech Bubble: Rectangle 11">
            <a:extLst>
              <a:ext uri="{FF2B5EF4-FFF2-40B4-BE49-F238E27FC236}">
                <a16:creationId xmlns:a16="http://schemas.microsoft.com/office/drawing/2014/main" id="{53D3F27C-FF57-B59B-64D6-BC1F9C2D78F0}"/>
              </a:ext>
            </a:extLst>
          </p:cNvPr>
          <p:cNvSpPr/>
          <p:nvPr/>
        </p:nvSpPr>
        <p:spPr>
          <a:xfrm>
            <a:off x="1571257" y="3647091"/>
            <a:ext cx="2023408" cy="906517"/>
          </a:xfrm>
          <a:prstGeom prst="wedgeRectCallout">
            <a:avLst>
              <a:gd name="adj1" fmla="val 67655"/>
              <a:gd name="adj2" fmla="val -113548"/>
            </a:avLst>
          </a:prstGeom>
          <a:solidFill>
            <a:schemeClr val="bg1"/>
          </a:solidFill>
          <a:ln>
            <a:solidFill>
              <a:schemeClr val="accent5"/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spcAft>
                <a:spcPts val="600"/>
              </a:spcAft>
            </a:pPr>
            <a:r>
              <a:rPr kumimoji="1" lang="en-PH" sz="1200" b="0" dirty="0">
                <a:solidFill>
                  <a:srgbClr val="0070C0"/>
                </a:solidFill>
              </a:rPr>
              <a:t>The Documents inside the Request Modal can be printed</a:t>
            </a:r>
            <a:endParaRPr kumimoji="1" lang="en-US" sz="1200" b="0" dirty="0">
              <a:solidFill>
                <a:srgbClr val="0070C0"/>
              </a:solidFill>
            </a:endParaRPr>
          </a:p>
        </p:txBody>
      </p:sp>
      <p:sp>
        <p:nvSpPr>
          <p:cNvPr id="13" name="Rectangle: Rounded Corners 12">
            <a:extLst>
              <a:ext uri="{FF2B5EF4-FFF2-40B4-BE49-F238E27FC236}">
                <a16:creationId xmlns:a16="http://schemas.microsoft.com/office/drawing/2014/main" id="{78D95EBB-A73A-E246-996F-5CD14B4A1369}"/>
              </a:ext>
            </a:extLst>
          </p:cNvPr>
          <p:cNvSpPr/>
          <p:nvPr/>
        </p:nvSpPr>
        <p:spPr>
          <a:xfrm>
            <a:off x="1382198" y="3542633"/>
            <a:ext cx="828384" cy="208892"/>
          </a:xfrm>
          <a:prstGeom prst="roundRect">
            <a:avLst/>
          </a:prstGeom>
          <a:solidFill>
            <a:srgbClr val="0070C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spcAft>
                <a:spcPts val="600"/>
              </a:spcAft>
            </a:pPr>
            <a:r>
              <a:rPr kumimoji="1" lang="en-PH" sz="1200" b="0" dirty="0">
                <a:solidFill>
                  <a:schemeClr val="bg1"/>
                </a:solidFill>
              </a:rPr>
              <a:t>NOTE:</a:t>
            </a:r>
            <a:endParaRPr kumimoji="1" lang="en-US" sz="1200" b="0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292345667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1" name="タイトル 1">
            <a:extLst>
              <a:ext uri="{FF2B5EF4-FFF2-40B4-BE49-F238E27FC236}">
                <a16:creationId xmlns:a16="http://schemas.microsoft.com/office/drawing/2014/main" id="{95D8B9F3-ABA5-9349-951D-26A96B32BFB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92163" y="207922"/>
            <a:ext cx="8004996" cy="539750"/>
          </a:xfrm>
        </p:spPr>
        <p:txBody>
          <a:bodyPr/>
          <a:lstStyle/>
          <a:p>
            <a:pPr>
              <a:defRPr/>
            </a:pPr>
            <a:r>
              <a:rPr lang="en-PH" sz="1600" dirty="0"/>
              <a:t>9.5. KDT President can also click on the attachments and view them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85B1EFED-9279-6802-C181-91DF4214A70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89289" y="747672"/>
            <a:ext cx="4610743" cy="781159"/>
          </a:xfrm>
          <a:prstGeom prst="rect">
            <a:avLst/>
          </a:prstGeom>
          <a:ln>
            <a:solidFill>
              <a:schemeClr val="accent5"/>
            </a:solidFill>
          </a:ln>
        </p:spPr>
      </p:pic>
      <p:pic>
        <p:nvPicPr>
          <p:cNvPr id="15" name="Picture 14">
            <a:extLst>
              <a:ext uri="{FF2B5EF4-FFF2-40B4-BE49-F238E27FC236}">
                <a16:creationId xmlns:a16="http://schemas.microsoft.com/office/drawing/2014/main" id="{50C233F4-3D06-9DEF-EC67-A59747FD9DC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79039" y="1585983"/>
            <a:ext cx="3676232" cy="3200400"/>
          </a:xfrm>
          <a:prstGeom prst="rect">
            <a:avLst/>
          </a:prstGeom>
        </p:spPr>
      </p:pic>
      <p:pic>
        <p:nvPicPr>
          <p:cNvPr id="17" name="Picture 16">
            <a:extLst>
              <a:ext uri="{FF2B5EF4-FFF2-40B4-BE49-F238E27FC236}">
                <a16:creationId xmlns:a16="http://schemas.microsoft.com/office/drawing/2014/main" id="{9606883A-F1D2-BDF9-B208-1D94F2E3990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33421" y="1585983"/>
            <a:ext cx="3682409" cy="3200400"/>
          </a:xfrm>
          <a:prstGeom prst="rect">
            <a:avLst/>
          </a:prstGeom>
        </p:spPr>
      </p:pic>
      <p:sp>
        <p:nvSpPr>
          <p:cNvPr id="18" name="Arrow: Curved Down 17">
            <a:extLst>
              <a:ext uri="{FF2B5EF4-FFF2-40B4-BE49-F238E27FC236}">
                <a16:creationId xmlns:a16="http://schemas.microsoft.com/office/drawing/2014/main" id="{754AAC35-939A-1191-C5DC-00B74B80A7F2}"/>
              </a:ext>
            </a:extLst>
          </p:cNvPr>
          <p:cNvSpPr/>
          <p:nvPr/>
        </p:nvSpPr>
        <p:spPr>
          <a:xfrm rot="2724829">
            <a:off x="6033350" y="1009442"/>
            <a:ext cx="1102934" cy="495471"/>
          </a:xfrm>
          <a:prstGeom prst="curvedDownArrow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spcAft>
                <a:spcPts val="600"/>
              </a:spcAft>
            </a:pPr>
            <a:endParaRPr kumimoji="1" lang="en-US" sz="1600" b="0">
              <a:solidFill>
                <a:schemeClr val="tx2"/>
              </a:solidFill>
            </a:endParaRPr>
          </a:p>
        </p:txBody>
      </p:sp>
      <p:sp>
        <p:nvSpPr>
          <p:cNvPr id="19" name="Arrow: Curved Right 18">
            <a:extLst>
              <a:ext uri="{FF2B5EF4-FFF2-40B4-BE49-F238E27FC236}">
                <a16:creationId xmlns:a16="http://schemas.microsoft.com/office/drawing/2014/main" id="{78D95197-3B9C-F25A-4593-77CADDDD6EAD}"/>
              </a:ext>
            </a:extLst>
          </p:cNvPr>
          <p:cNvSpPr/>
          <p:nvPr/>
        </p:nvSpPr>
        <p:spPr>
          <a:xfrm rot="3141898">
            <a:off x="2028813" y="864679"/>
            <a:ext cx="541797" cy="1099580"/>
          </a:xfrm>
          <a:prstGeom prst="curvedRightArrow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spcAft>
                <a:spcPts val="600"/>
              </a:spcAft>
            </a:pPr>
            <a:endParaRPr kumimoji="1" lang="en-US" sz="1600" b="0">
              <a:solidFill>
                <a:schemeClr val="tx2"/>
              </a:solidFill>
            </a:endParaRP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5C8343C5-0BB8-BA55-54F3-0658DB4A93AA}"/>
              </a:ext>
            </a:extLst>
          </p:cNvPr>
          <p:cNvSpPr/>
          <p:nvPr/>
        </p:nvSpPr>
        <p:spPr>
          <a:xfrm>
            <a:off x="286444" y="2803027"/>
            <a:ext cx="1493953" cy="1354775"/>
          </a:xfrm>
          <a:prstGeom prst="rect">
            <a:avLst/>
          </a:prstGeom>
          <a:solidFill>
            <a:schemeClr val="bg1"/>
          </a:solidFill>
          <a:ln>
            <a:solidFill>
              <a:srgbClr val="0070C0"/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spcAft>
                <a:spcPts val="600"/>
              </a:spcAft>
            </a:pPr>
            <a:r>
              <a:rPr kumimoji="1" lang="en-PH" sz="1600" b="0" dirty="0">
                <a:solidFill>
                  <a:srgbClr val="0070C0"/>
                </a:solidFill>
              </a:rPr>
              <a:t>Viewed Attachments here are printable</a:t>
            </a:r>
            <a:endParaRPr kumimoji="1" lang="en-US" sz="1600" b="0" dirty="0">
              <a:solidFill>
                <a:srgbClr val="0070C0"/>
              </a:solidFill>
            </a:endParaRPr>
          </a:p>
        </p:txBody>
      </p:sp>
      <p:sp>
        <p:nvSpPr>
          <p:cNvPr id="21" name="Rectangle: Rounded Corners 20">
            <a:extLst>
              <a:ext uri="{FF2B5EF4-FFF2-40B4-BE49-F238E27FC236}">
                <a16:creationId xmlns:a16="http://schemas.microsoft.com/office/drawing/2014/main" id="{02BFF4C7-0E47-CE29-58F6-9DF91D0DC702}"/>
              </a:ext>
            </a:extLst>
          </p:cNvPr>
          <p:cNvSpPr/>
          <p:nvPr/>
        </p:nvSpPr>
        <p:spPr>
          <a:xfrm>
            <a:off x="174537" y="2698581"/>
            <a:ext cx="828384" cy="208892"/>
          </a:xfrm>
          <a:prstGeom prst="roundRect">
            <a:avLst/>
          </a:prstGeom>
          <a:solidFill>
            <a:srgbClr val="0070C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spcAft>
                <a:spcPts val="600"/>
              </a:spcAft>
            </a:pPr>
            <a:r>
              <a:rPr kumimoji="1" lang="en-PH" sz="1200" b="0" dirty="0">
                <a:solidFill>
                  <a:schemeClr val="bg1"/>
                </a:solidFill>
              </a:rPr>
              <a:t>NOTE:</a:t>
            </a:r>
            <a:endParaRPr kumimoji="1" lang="en-US" sz="1200" b="0" dirty="0">
              <a:solidFill>
                <a:schemeClr val="bg1"/>
              </a:solidFill>
            </a:endParaRPr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3681DB07-D2E1-3605-D8A9-EA74ABFA6100}"/>
              </a:ext>
            </a:extLst>
          </p:cNvPr>
          <p:cNvSpPr/>
          <p:nvPr/>
        </p:nvSpPr>
        <p:spPr>
          <a:xfrm>
            <a:off x="4177862" y="4556234"/>
            <a:ext cx="480848" cy="230149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spcAft>
                <a:spcPts val="600"/>
              </a:spcAft>
            </a:pPr>
            <a:endParaRPr kumimoji="1" lang="en-US" sz="1600" b="0">
              <a:solidFill>
                <a:schemeClr val="tx2"/>
              </a:solidFill>
            </a:endParaRPr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975052E6-D4E4-5B2D-E25C-810CA35C7B39}"/>
              </a:ext>
            </a:extLst>
          </p:cNvPr>
          <p:cNvSpPr/>
          <p:nvPr/>
        </p:nvSpPr>
        <p:spPr>
          <a:xfrm>
            <a:off x="8001001" y="4556234"/>
            <a:ext cx="496614" cy="162910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spcAft>
                <a:spcPts val="600"/>
              </a:spcAft>
            </a:pPr>
            <a:endParaRPr kumimoji="1" lang="en-US" sz="1600" b="0">
              <a:solidFill>
                <a:schemeClr val="tx2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975213028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 descr="A screenshot of a email&#10;&#10;Description automatically generated">
            <a:extLst>
              <a:ext uri="{FF2B5EF4-FFF2-40B4-BE49-F238E27FC236}">
                <a16:creationId xmlns:a16="http://schemas.microsoft.com/office/drawing/2014/main" id="{BCD6ACF1-AF5B-2FF0-B966-09057F586F0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84733" y="847180"/>
            <a:ext cx="4594694" cy="3447288"/>
          </a:xfrm>
          <a:prstGeom prst="rect">
            <a:avLst/>
          </a:prstGeom>
          <a:ln>
            <a:solidFill>
              <a:schemeClr val="accent5"/>
            </a:solidFill>
          </a:ln>
        </p:spPr>
      </p:pic>
      <p:sp>
        <p:nvSpPr>
          <p:cNvPr id="10241" name="タイトル 1">
            <a:extLst>
              <a:ext uri="{FF2B5EF4-FFF2-40B4-BE49-F238E27FC236}">
                <a16:creationId xmlns:a16="http://schemas.microsoft.com/office/drawing/2014/main" id="{95D8B9F3-ABA5-9349-951D-26A96B32BFB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92163" y="207922"/>
            <a:ext cx="7941934" cy="539750"/>
          </a:xfrm>
        </p:spPr>
        <p:txBody>
          <a:bodyPr/>
          <a:lstStyle/>
          <a:p>
            <a:pPr>
              <a:defRPr/>
            </a:pPr>
            <a:r>
              <a:rPr lang="en-PH" sz="1600" dirty="0"/>
              <a:t>10. An Email will be sent to the Requester regarding their Dispatch Request after KDT President Clicked on Accept/Reject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4F44BE1B-1411-30FE-22D0-3BB7D2B3B430}"/>
              </a:ext>
            </a:extLst>
          </p:cNvPr>
          <p:cNvSpPr/>
          <p:nvPr/>
        </p:nvSpPr>
        <p:spPr>
          <a:xfrm>
            <a:off x="5029200" y="849032"/>
            <a:ext cx="3334407" cy="3445436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spcAft>
                <a:spcPts val="200"/>
              </a:spcAft>
            </a:pPr>
            <a:r>
              <a:rPr lang="en-US" sz="1100" dirty="0">
                <a:solidFill>
                  <a:schemeClr val="accent5"/>
                </a:solidFill>
              </a:rPr>
              <a:t>EMAIL RECIPIENTS</a:t>
            </a:r>
          </a:p>
          <a:p>
            <a:pPr>
              <a:spcAft>
                <a:spcPts val="200"/>
              </a:spcAft>
            </a:pPr>
            <a:r>
              <a:rPr lang="en-US" sz="1100" dirty="0">
                <a:solidFill>
                  <a:schemeClr val="accent5"/>
                </a:solidFill>
              </a:rPr>
              <a:t>Email To : </a:t>
            </a:r>
            <a:r>
              <a:rPr lang="en-US" sz="1100" b="0" dirty="0">
                <a:solidFill>
                  <a:schemeClr val="accent5"/>
                </a:solidFill>
              </a:rPr>
              <a:t>KHI Group Requestor</a:t>
            </a:r>
          </a:p>
          <a:p>
            <a:pPr>
              <a:spcAft>
                <a:spcPts val="200"/>
              </a:spcAft>
            </a:pPr>
            <a:r>
              <a:rPr lang="en-US" sz="1100" dirty="0">
                <a:solidFill>
                  <a:schemeClr val="accent5"/>
                </a:solidFill>
              </a:rPr>
              <a:t>Email CC :</a:t>
            </a:r>
          </a:p>
          <a:p>
            <a:pPr>
              <a:spcAft>
                <a:spcPts val="200"/>
              </a:spcAft>
            </a:pPr>
            <a:r>
              <a:rPr lang="en-US" sz="1100" dirty="0">
                <a:solidFill>
                  <a:schemeClr val="accent5"/>
                </a:solidFill>
              </a:rPr>
              <a:t>   KHI Admin</a:t>
            </a:r>
          </a:p>
          <a:p>
            <a:pPr>
              <a:spcAft>
                <a:spcPts val="200"/>
              </a:spcAft>
            </a:pPr>
            <a:r>
              <a:rPr lang="en-US" sz="1100" dirty="0">
                <a:solidFill>
                  <a:schemeClr val="accent5"/>
                </a:solidFill>
              </a:rPr>
              <a:t>      - </a:t>
            </a:r>
            <a:r>
              <a:rPr lang="en-US" sz="1100" b="0" dirty="0">
                <a:solidFill>
                  <a:schemeClr val="accent5"/>
                </a:solidFill>
              </a:rPr>
              <a:t>HR</a:t>
            </a:r>
          </a:p>
          <a:p>
            <a:pPr>
              <a:spcAft>
                <a:spcPts val="200"/>
              </a:spcAft>
            </a:pPr>
            <a:r>
              <a:rPr lang="en-US" sz="1100" dirty="0">
                <a:solidFill>
                  <a:schemeClr val="accent5"/>
                </a:solidFill>
              </a:rPr>
              <a:t>      - </a:t>
            </a:r>
            <a:r>
              <a:rPr lang="en-US" sz="1100" b="0" dirty="0">
                <a:solidFill>
                  <a:schemeClr val="accent5"/>
                </a:solidFill>
              </a:rPr>
              <a:t>Admin</a:t>
            </a:r>
          </a:p>
          <a:p>
            <a:pPr>
              <a:spcAft>
                <a:spcPts val="200"/>
              </a:spcAft>
            </a:pPr>
            <a:r>
              <a:rPr lang="en-US" sz="1100" dirty="0">
                <a:solidFill>
                  <a:schemeClr val="accent5"/>
                </a:solidFill>
              </a:rPr>
              <a:t>KHI Group or Dept counter part of KDT Group</a:t>
            </a:r>
          </a:p>
          <a:p>
            <a:pPr>
              <a:spcAft>
                <a:spcPts val="200"/>
              </a:spcAft>
            </a:pPr>
            <a:r>
              <a:rPr lang="en-US" sz="1100" dirty="0">
                <a:solidFill>
                  <a:schemeClr val="accent5"/>
                </a:solidFill>
              </a:rPr>
              <a:t>   - </a:t>
            </a:r>
            <a:r>
              <a:rPr lang="en-US" sz="1100" b="0" dirty="0">
                <a:solidFill>
                  <a:schemeClr val="accent5"/>
                </a:solidFill>
              </a:rPr>
              <a:t>KHI Manager</a:t>
            </a:r>
          </a:p>
          <a:p>
            <a:pPr>
              <a:spcAft>
                <a:spcPts val="200"/>
              </a:spcAft>
            </a:pPr>
            <a:r>
              <a:rPr lang="en-US" sz="1100" dirty="0">
                <a:solidFill>
                  <a:schemeClr val="accent5"/>
                </a:solidFill>
              </a:rPr>
              <a:t>   - </a:t>
            </a:r>
            <a:r>
              <a:rPr lang="en-US" sz="1100" b="0" dirty="0">
                <a:solidFill>
                  <a:schemeClr val="accent5"/>
                </a:solidFill>
              </a:rPr>
              <a:t>KHI Person In Charge</a:t>
            </a:r>
          </a:p>
          <a:p>
            <a:pPr>
              <a:spcAft>
                <a:spcPts val="200"/>
              </a:spcAft>
            </a:pPr>
            <a:r>
              <a:rPr lang="en-US" sz="1100" dirty="0">
                <a:solidFill>
                  <a:schemeClr val="accent5"/>
                </a:solidFill>
              </a:rPr>
              <a:t>   - </a:t>
            </a:r>
            <a:r>
              <a:rPr lang="en-US" sz="1100" b="0" dirty="0">
                <a:solidFill>
                  <a:schemeClr val="accent5"/>
                </a:solidFill>
              </a:rPr>
              <a:t>KHI Group Requestor</a:t>
            </a:r>
          </a:p>
          <a:p>
            <a:pPr>
              <a:spcAft>
                <a:spcPts val="200"/>
              </a:spcAft>
            </a:pPr>
            <a:r>
              <a:rPr lang="en-US" sz="1100" dirty="0">
                <a:solidFill>
                  <a:schemeClr val="accent5"/>
                </a:solidFill>
              </a:rPr>
              <a:t>KDT Admin</a:t>
            </a:r>
          </a:p>
          <a:p>
            <a:pPr>
              <a:spcAft>
                <a:spcPts val="200"/>
              </a:spcAft>
            </a:pPr>
            <a:r>
              <a:rPr lang="en-US" sz="1100" dirty="0">
                <a:solidFill>
                  <a:schemeClr val="accent5"/>
                </a:solidFill>
              </a:rPr>
              <a:t>   - </a:t>
            </a:r>
            <a:r>
              <a:rPr lang="en-US" sz="1100" b="0" dirty="0">
                <a:solidFill>
                  <a:schemeClr val="accent5"/>
                </a:solidFill>
              </a:rPr>
              <a:t>KDT President</a:t>
            </a:r>
            <a:endParaRPr lang="en-US" sz="1100" dirty="0">
              <a:solidFill>
                <a:schemeClr val="accent5"/>
              </a:solidFill>
            </a:endParaRPr>
          </a:p>
          <a:p>
            <a:pPr>
              <a:spcAft>
                <a:spcPts val="200"/>
              </a:spcAft>
            </a:pPr>
            <a:r>
              <a:rPr lang="en-US" sz="1100" dirty="0">
                <a:solidFill>
                  <a:schemeClr val="accent5"/>
                </a:solidFill>
              </a:rPr>
              <a:t>   - </a:t>
            </a:r>
            <a:r>
              <a:rPr lang="en-US" sz="1100" b="0" dirty="0">
                <a:solidFill>
                  <a:schemeClr val="accent5"/>
                </a:solidFill>
              </a:rPr>
              <a:t>Admin DM / SM</a:t>
            </a:r>
          </a:p>
          <a:p>
            <a:pPr>
              <a:spcAft>
                <a:spcPts val="200"/>
              </a:spcAft>
            </a:pPr>
            <a:r>
              <a:rPr lang="en-US" sz="1100" dirty="0">
                <a:solidFill>
                  <a:schemeClr val="accent5"/>
                </a:solidFill>
              </a:rPr>
              <a:t>   - </a:t>
            </a:r>
            <a:r>
              <a:rPr lang="en-US" sz="1100" b="0" dirty="0">
                <a:solidFill>
                  <a:schemeClr val="accent5"/>
                </a:solidFill>
              </a:rPr>
              <a:t>Soriano </a:t>
            </a:r>
            <a:r>
              <a:rPr lang="en-US" sz="1100" b="0" dirty="0" err="1">
                <a:solidFill>
                  <a:schemeClr val="accent5"/>
                </a:solidFill>
              </a:rPr>
              <a:t>san</a:t>
            </a:r>
            <a:endParaRPr lang="en-US" sz="1100" b="0" dirty="0">
              <a:solidFill>
                <a:schemeClr val="accent5"/>
              </a:solidFill>
            </a:endParaRPr>
          </a:p>
          <a:p>
            <a:pPr>
              <a:spcAft>
                <a:spcPts val="200"/>
              </a:spcAft>
            </a:pPr>
            <a:r>
              <a:rPr lang="en-US" sz="1100" dirty="0">
                <a:solidFill>
                  <a:schemeClr val="accent5"/>
                </a:solidFill>
              </a:rPr>
              <a:t>   - </a:t>
            </a:r>
            <a:r>
              <a:rPr lang="en-US" sz="1100" b="0" dirty="0">
                <a:solidFill>
                  <a:schemeClr val="accent5"/>
                </a:solidFill>
              </a:rPr>
              <a:t>Meriam </a:t>
            </a:r>
            <a:r>
              <a:rPr lang="en-US" sz="1100" b="0" dirty="0" err="1">
                <a:solidFill>
                  <a:schemeClr val="accent5"/>
                </a:solidFill>
              </a:rPr>
              <a:t>san</a:t>
            </a:r>
            <a:r>
              <a:rPr lang="en-US" sz="1100" b="0" dirty="0">
                <a:solidFill>
                  <a:schemeClr val="accent5"/>
                </a:solidFill>
              </a:rPr>
              <a:t> / Arlene </a:t>
            </a:r>
            <a:r>
              <a:rPr lang="en-US" sz="1100" b="0" dirty="0" err="1">
                <a:solidFill>
                  <a:schemeClr val="accent5"/>
                </a:solidFill>
              </a:rPr>
              <a:t>san</a:t>
            </a:r>
            <a:endParaRPr lang="en-US" sz="1100" b="0" dirty="0">
              <a:solidFill>
                <a:schemeClr val="accent5"/>
              </a:solidFill>
            </a:endParaRPr>
          </a:p>
          <a:p>
            <a:pPr>
              <a:spcAft>
                <a:spcPts val="200"/>
              </a:spcAft>
            </a:pPr>
            <a:r>
              <a:rPr lang="en-US" sz="1100" dirty="0">
                <a:solidFill>
                  <a:schemeClr val="accent5"/>
                </a:solidFill>
              </a:rPr>
              <a:t>KDT Group Leaders</a:t>
            </a:r>
          </a:p>
          <a:p>
            <a:pPr>
              <a:spcAft>
                <a:spcPts val="200"/>
              </a:spcAft>
            </a:pPr>
            <a:r>
              <a:rPr lang="en-US" sz="1100" dirty="0">
                <a:solidFill>
                  <a:schemeClr val="accent5"/>
                </a:solidFill>
              </a:rPr>
              <a:t>   - </a:t>
            </a:r>
            <a:r>
              <a:rPr lang="en-US" sz="1100" b="0" dirty="0">
                <a:solidFill>
                  <a:schemeClr val="accent5"/>
                </a:solidFill>
              </a:rPr>
              <a:t>with designation SSV AM DM </a:t>
            </a:r>
            <a:endParaRPr kumimoji="1" lang="en-US" sz="1400" b="0" dirty="0">
              <a:solidFill>
                <a:schemeClr val="accent5"/>
              </a:solidFill>
            </a:endParaRP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AE3DC6AC-1FA1-DDBD-2A40-D36B1FC2BC37}"/>
              </a:ext>
            </a:extLst>
          </p:cNvPr>
          <p:cNvSpPr/>
          <p:nvPr/>
        </p:nvSpPr>
        <p:spPr>
          <a:xfrm>
            <a:off x="457200" y="2806262"/>
            <a:ext cx="1072055" cy="220717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spcAft>
                <a:spcPts val="600"/>
              </a:spcAft>
            </a:pPr>
            <a:endParaRPr kumimoji="1" lang="en-US" sz="1600" b="0">
              <a:solidFill>
                <a:schemeClr val="tx2"/>
              </a:solidFill>
            </a:endParaRPr>
          </a:p>
        </p:txBody>
      </p:sp>
      <p:sp>
        <p:nvSpPr>
          <p:cNvPr id="9" name="Speech Bubble: Oval 8">
            <a:extLst>
              <a:ext uri="{FF2B5EF4-FFF2-40B4-BE49-F238E27FC236}">
                <a16:creationId xmlns:a16="http://schemas.microsoft.com/office/drawing/2014/main" id="{AFC978CF-C4E0-B2C4-3B69-1B5A9EB6201A}"/>
              </a:ext>
            </a:extLst>
          </p:cNvPr>
          <p:cNvSpPr/>
          <p:nvPr/>
        </p:nvSpPr>
        <p:spPr>
          <a:xfrm>
            <a:off x="1977515" y="1594287"/>
            <a:ext cx="2301766" cy="827690"/>
          </a:xfrm>
          <a:prstGeom prst="wedgeEllipseCallout">
            <a:avLst>
              <a:gd name="adj1" fmla="val -70914"/>
              <a:gd name="adj2" fmla="val 105356"/>
            </a:avLst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spcAft>
                <a:spcPts val="600"/>
              </a:spcAft>
            </a:pPr>
            <a:r>
              <a:rPr kumimoji="1" lang="en-PH" sz="1200" b="0" dirty="0">
                <a:solidFill>
                  <a:schemeClr val="bg1"/>
                </a:solidFill>
              </a:rPr>
              <a:t>Click by KDT Admin if Approved</a:t>
            </a:r>
            <a:endParaRPr kumimoji="1" lang="en-US" sz="1200" b="0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699221683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1" name="タイトル 1">
            <a:extLst>
              <a:ext uri="{FF2B5EF4-FFF2-40B4-BE49-F238E27FC236}">
                <a16:creationId xmlns:a16="http://schemas.microsoft.com/office/drawing/2014/main" id="{95D8B9F3-ABA5-9349-951D-26A96B32BFB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92163" y="207922"/>
            <a:ext cx="7740650" cy="539750"/>
          </a:xfrm>
        </p:spPr>
        <p:txBody>
          <a:bodyPr/>
          <a:lstStyle/>
          <a:p>
            <a:pPr>
              <a:defRPr/>
            </a:pPr>
            <a:r>
              <a:rPr lang="en-PH" dirty="0"/>
              <a:t>11. KDT Admin will be redirected to the Request List page and download the Documents for the Dispatch Request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B6C815F6-093D-86B4-BE62-69E73C85013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28600" y="873793"/>
            <a:ext cx="5331934" cy="2743200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9DEEED88-00DC-A19D-9E73-0EE3D2874C2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951827" y="1459292"/>
            <a:ext cx="2963573" cy="3200400"/>
          </a:xfrm>
          <a:prstGeom prst="rect">
            <a:avLst/>
          </a:prstGeom>
        </p:spPr>
      </p:pic>
      <p:sp>
        <p:nvSpPr>
          <p:cNvPr id="9" name="Rectangle 8">
            <a:extLst>
              <a:ext uri="{FF2B5EF4-FFF2-40B4-BE49-F238E27FC236}">
                <a16:creationId xmlns:a16="http://schemas.microsoft.com/office/drawing/2014/main" id="{E652EA98-8C6C-3667-6729-2FAE9B4BF8B8}"/>
              </a:ext>
            </a:extLst>
          </p:cNvPr>
          <p:cNvSpPr/>
          <p:nvPr/>
        </p:nvSpPr>
        <p:spPr>
          <a:xfrm>
            <a:off x="204950" y="1206062"/>
            <a:ext cx="640080" cy="149772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spcAft>
                <a:spcPts val="600"/>
              </a:spcAft>
            </a:pPr>
            <a:endParaRPr kumimoji="1" lang="en-US" sz="1600" b="0">
              <a:solidFill>
                <a:schemeClr val="tx2"/>
              </a:solidFill>
            </a:endParaRP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E5406F23-3F4F-CCBC-0FD7-4B55446CCC7C}"/>
              </a:ext>
            </a:extLst>
          </p:cNvPr>
          <p:cNvSpPr/>
          <p:nvPr/>
        </p:nvSpPr>
        <p:spPr>
          <a:xfrm>
            <a:off x="932790" y="1681655"/>
            <a:ext cx="4569375" cy="149772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spcAft>
                <a:spcPts val="600"/>
              </a:spcAft>
            </a:pPr>
            <a:endParaRPr kumimoji="1" lang="en-US" sz="1600" b="0">
              <a:solidFill>
                <a:schemeClr val="tx2"/>
              </a:solidFill>
            </a:endParaRPr>
          </a:p>
        </p:txBody>
      </p:sp>
      <p:sp>
        <p:nvSpPr>
          <p:cNvPr id="11" name="Arrow: Curved Left 10">
            <a:extLst>
              <a:ext uri="{FF2B5EF4-FFF2-40B4-BE49-F238E27FC236}">
                <a16:creationId xmlns:a16="http://schemas.microsoft.com/office/drawing/2014/main" id="{FB20643D-3B53-C4F2-EFEC-60E1A27478DD}"/>
              </a:ext>
            </a:extLst>
          </p:cNvPr>
          <p:cNvSpPr/>
          <p:nvPr/>
        </p:nvSpPr>
        <p:spPr>
          <a:xfrm rot="15681628">
            <a:off x="5553375" y="641464"/>
            <a:ext cx="647348" cy="1269507"/>
          </a:xfrm>
          <a:prstGeom prst="curvedLeftArrow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spcAft>
                <a:spcPts val="600"/>
              </a:spcAft>
            </a:pPr>
            <a:endParaRPr kumimoji="1" lang="en-US" sz="1600" b="0">
              <a:solidFill>
                <a:schemeClr val="tx2"/>
              </a:solidFill>
            </a:endParaRP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B82B6074-5BE8-2D81-1E0A-81F427184941}"/>
              </a:ext>
            </a:extLst>
          </p:cNvPr>
          <p:cNvSpPr/>
          <p:nvPr/>
        </p:nvSpPr>
        <p:spPr>
          <a:xfrm>
            <a:off x="7015655" y="1537138"/>
            <a:ext cx="717331" cy="236483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spcAft>
                <a:spcPts val="600"/>
              </a:spcAft>
            </a:pPr>
            <a:endParaRPr kumimoji="1" lang="en-US" sz="1600" b="0">
              <a:solidFill>
                <a:schemeClr val="tx2"/>
              </a:solidFill>
            </a:endParaRP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FA004185-E3A8-ACF7-32F8-F4E99994E69E}"/>
              </a:ext>
            </a:extLst>
          </p:cNvPr>
          <p:cNvSpPr/>
          <p:nvPr/>
        </p:nvSpPr>
        <p:spPr>
          <a:xfrm>
            <a:off x="6030310" y="3365938"/>
            <a:ext cx="2356945" cy="472965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spcAft>
                <a:spcPts val="600"/>
              </a:spcAft>
            </a:pPr>
            <a:endParaRPr kumimoji="1" lang="en-US" sz="1600" b="0">
              <a:solidFill>
                <a:schemeClr val="tx2"/>
              </a:solidFill>
            </a:endParaRPr>
          </a:p>
        </p:txBody>
      </p:sp>
      <p:sp>
        <p:nvSpPr>
          <p:cNvPr id="14" name="Speech Bubble: Oval 13">
            <a:extLst>
              <a:ext uri="{FF2B5EF4-FFF2-40B4-BE49-F238E27FC236}">
                <a16:creationId xmlns:a16="http://schemas.microsoft.com/office/drawing/2014/main" id="{01033988-E501-46E2-54AF-6DA26EF2A27F}"/>
              </a:ext>
            </a:extLst>
          </p:cNvPr>
          <p:cNvSpPr/>
          <p:nvPr/>
        </p:nvSpPr>
        <p:spPr>
          <a:xfrm>
            <a:off x="0" y="1831427"/>
            <a:ext cx="1206064" cy="614855"/>
          </a:xfrm>
          <a:prstGeom prst="wedgeEllipseCallout">
            <a:avLst>
              <a:gd name="adj1" fmla="val -5104"/>
              <a:gd name="adj2" fmla="val -129917"/>
            </a:avLst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spcAft>
                <a:spcPts val="600"/>
              </a:spcAft>
            </a:pPr>
            <a:r>
              <a:rPr kumimoji="1" lang="en-PH" sz="1400" b="0" dirty="0">
                <a:solidFill>
                  <a:schemeClr val="bg1"/>
                </a:solidFill>
              </a:rPr>
              <a:t>CLICK</a:t>
            </a:r>
            <a:endParaRPr kumimoji="1" lang="en-US" sz="1600" b="0" dirty="0">
              <a:solidFill>
                <a:schemeClr val="bg1"/>
              </a:solidFill>
            </a:endParaRPr>
          </a:p>
        </p:txBody>
      </p:sp>
      <p:sp>
        <p:nvSpPr>
          <p:cNvPr id="15" name="Speech Bubble: Rectangle 14">
            <a:extLst>
              <a:ext uri="{FF2B5EF4-FFF2-40B4-BE49-F238E27FC236}">
                <a16:creationId xmlns:a16="http://schemas.microsoft.com/office/drawing/2014/main" id="{2DA43CA2-7258-09AB-C66F-9560306D0410}"/>
              </a:ext>
            </a:extLst>
          </p:cNvPr>
          <p:cNvSpPr/>
          <p:nvPr/>
        </p:nvSpPr>
        <p:spPr>
          <a:xfrm>
            <a:off x="1300657" y="2061340"/>
            <a:ext cx="1820916" cy="760688"/>
          </a:xfrm>
          <a:prstGeom prst="wedgeRectCallout">
            <a:avLst>
              <a:gd name="adj1" fmla="val 27727"/>
              <a:gd name="adj2" fmla="val -76496"/>
            </a:avLst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spcAft>
                <a:spcPts val="600"/>
              </a:spcAft>
            </a:pPr>
            <a:r>
              <a:rPr kumimoji="1" lang="en-PH" sz="1400" b="0" dirty="0">
                <a:solidFill>
                  <a:schemeClr val="bg1"/>
                </a:solidFill>
              </a:rPr>
              <a:t>Click to View Dispatch Request</a:t>
            </a:r>
            <a:endParaRPr kumimoji="1" lang="en-US" sz="1400" b="0" dirty="0">
              <a:solidFill>
                <a:schemeClr val="bg1"/>
              </a:solidFill>
            </a:endParaRPr>
          </a:p>
        </p:txBody>
      </p:sp>
      <p:sp>
        <p:nvSpPr>
          <p:cNvPr id="16" name="Speech Bubble: Rectangle 15">
            <a:extLst>
              <a:ext uri="{FF2B5EF4-FFF2-40B4-BE49-F238E27FC236}">
                <a16:creationId xmlns:a16="http://schemas.microsoft.com/office/drawing/2014/main" id="{3DD05A6A-B48B-0655-CA6D-782F30592C2F}"/>
              </a:ext>
            </a:extLst>
          </p:cNvPr>
          <p:cNvSpPr/>
          <p:nvPr/>
        </p:nvSpPr>
        <p:spPr>
          <a:xfrm>
            <a:off x="7732986" y="1913093"/>
            <a:ext cx="1298194" cy="1231323"/>
          </a:xfrm>
          <a:prstGeom prst="wedgeRectCallout">
            <a:avLst>
              <a:gd name="adj1" fmla="val -70230"/>
              <a:gd name="adj2" fmla="val -56770"/>
            </a:avLst>
          </a:prstGeom>
          <a:solidFill>
            <a:schemeClr val="bg1"/>
          </a:solidFill>
          <a:ln>
            <a:solidFill>
              <a:schemeClr val="accent5"/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spcAft>
                <a:spcPts val="600"/>
              </a:spcAft>
            </a:pPr>
            <a:r>
              <a:rPr kumimoji="1" lang="en-PH" sz="1100" b="0" dirty="0">
                <a:solidFill>
                  <a:srgbClr val="0070C0"/>
                </a:solidFill>
              </a:rPr>
              <a:t>Only Accepted Dispatch Requests will be processed by KDT Admin</a:t>
            </a:r>
            <a:endParaRPr kumimoji="1" lang="en-US" sz="1100" b="0" dirty="0">
              <a:solidFill>
                <a:srgbClr val="0070C0"/>
              </a:solidFill>
            </a:endParaRPr>
          </a:p>
        </p:txBody>
      </p:sp>
      <p:sp>
        <p:nvSpPr>
          <p:cNvPr id="17" name="Rectangle: Rounded Corners 16">
            <a:extLst>
              <a:ext uri="{FF2B5EF4-FFF2-40B4-BE49-F238E27FC236}">
                <a16:creationId xmlns:a16="http://schemas.microsoft.com/office/drawing/2014/main" id="{824A1D0E-A344-031D-6668-04D44A16998D}"/>
              </a:ext>
            </a:extLst>
          </p:cNvPr>
          <p:cNvSpPr/>
          <p:nvPr/>
        </p:nvSpPr>
        <p:spPr>
          <a:xfrm>
            <a:off x="7621933" y="1808647"/>
            <a:ext cx="828384" cy="208892"/>
          </a:xfrm>
          <a:prstGeom prst="roundRect">
            <a:avLst/>
          </a:prstGeom>
          <a:solidFill>
            <a:srgbClr val="0070C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spcAft>
                <a:spcPts val="600"/>
              </a:spcAft>
            </a:pPr>
            <a:r>
              <a:rPr kumimoji="1" lang="en-PH" sz="1200" b="0" dirty="0">
                <a:solidFill>
                  <a:schemeClr val="bg1"/>
                </a:solidFill>
              </a:rPr>
              <a:t>NOTE:</a:t>
            </a:r>
            <a:endParaRPr kumimoji="1" lang="en-US" sz="1200" b="0" dirty="0">
              <a:solidFill>
                <a:schemeClr val="bg1"/>
              </a:solidFill>
            </a:endParaRPr>
          </a:p>
        </p:txBody>
      </p:sp>
      <p:sp>
        <p:nvSpPr>
          <p:cNvPr id="18" name="Speech Bubble: Rectangle 17">
            <a:extLst>
              <a:ext uri="{FF2B5EF4-FFF2-40B4-BE49-F238E27FC236}">
                <a16:creationId xmlns:a16="http://schemas.microsoft.com/office/drawing/2014/main" id="{AC02B115-5014-9807-F562-5DD2A9CDF1E3}"/>
              </a:ext>
            </a:extLst>
          </p:cNvPr>
          <p:cNvSpPr/>
          <p:nvPr/>
        </p:nvSpPr>
        <p:spPr>
          <a:xfrm>
            <a:off x="3429000" y="3469347"/>
            <a:ext cx="2210017" cy="1110535"/>
          </a:xfrm>
          <a:prstGeom prst="wedgeRectCallout">
            <a:avLst>
              <a:gd name="adj1" fmla="val 73040"/>
              <a:gd name="adj2" fmla="val -35593"/>
            </a:avLst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spcAft>
                <a:spcPts val="600"/>
              </a:spcAft>
            </a:pPr>
            <a:r>
              <a:rPr kumimoji="1" lang="en-PH" sz="1400" b="0" dirty="0">
                <a:solidFill>
                  <a:schemeClr val="bg1"/>
                </a:solidFill>
              </a:rPr>
              <a:t>KDT Admin will download and process the Employee’s Documents</a:t>
            </a:r>
            <a:endParaRPr kumimoji="1" lang="en-US" sz="1400" b="0" dirty="0">
              <a:solidFill>
                <a:schemeClr val="bg1"/>
              </a:solidFill>
            </a:endParaRPr>
          </a:p>
        </p:txBody>
      </p:sp>
      <p:sp>
        <p:nvSpPr>
          <p:cNvPr id="19" name="Oval 18">
            <a:extLst>
              <a:ext uri="{FF2B5EF4-FFF2-40B4-BE49-F238E27FC236}">
                <a16:creationId xmlns:a16="http://schemas.microsoft.com/office/drawing/2014/main" id="{BFB52CE2-F1AD-14EF-3DBB-42F2C7A05746}"/>
              </a:ext>
            </a:extLst>
          </p:cNvPr>
          <p:cNvSpPr/>
          <p:nvPr/>
        </p:nvSpPr>
        <p:spPr>
          <a:xfrm>
            <a:off x="70394" y="1751285"/>
            <a:ext cx="292763" cy="247204"/>
          </a:xfrm>
          <a:prstGeom prst="ellipse">
            <a:avLst/>
          </a:prstGeom>
          <a:solidFill>
            <a:srgbClr val="0070C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spcAft>
                <a:spcPts val="600"/>
              </a:spcAft>
            </a:pPr>
            <a:r>
              <a:rPr kumimoji="1" lang="en-PH" sz="1400" dirty="0">
                <a:solidFill>
                  <a:schemeClr val="bg1"/>
                </a:solidFill>
              </a:rPr>
              <a:t>1</a:t>
            </a:r>
            <a:endParaRPr kumimoji="1" lang="en-US" sz="1600" dirty="0">
              <a:solidFill>
                <a:schemeClr val="bg1"/>
              </a:solidFill>
            </a:endParaRPr>
          </a:p>
        </p:txBody>
      </p:sp>
      <p:sp>
        <p:nvSpPr>
          <p:cNvPr id="20" name="Oval 19">
            <a:extLst>
              <a:ext uri="{FF2B5EF4-FFF2-40B4-BE49-F238E27FC236}">
                <a16:creationId xmlns:a16="http://schemas.microsoft.com/office/drawing/2014/main" id="{7E083712-35E6-04DA-6272-8C37AC678920}"/>
              </a:ext>
            </a:extLst>
          </p:cNvPr>
          <p:cNvSpPr/>
          <p:nvPr/>
        </p:nvSpPr>
        <p:spPr>
          <a:xfrm>
            <a:off x="1222174" y="1937738"/>
            <a:ext cx="292763" cy="247204"/>
          </a:xfrm>
          <a:prstGeom prst="ellipse">
            <a:avLst/>
          </a:prstGeom>
          <a:solidFill>
            <a:srgbClr val="0070C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spcAft>
                <a:spcPts val="600"/>
              </a:spcAft>
            </a:pPr>
            <a:r>
              <a:rPr lang="en-PH" sz="1400" dirty="0">
                <a:solidFill>
                  <a:schemeClr val="bg1"/>
                </a:solidFill>
              </a:rPr>
              <a:t>2</a:t>
            </a:r>
            <a:endParaRPr kumimoji="1" lang="en-US" sz="1600" dirty="0">
              <a:solidFill>
                <a:schemeClr val="bg1"/>
              </a:solidFill>
            </a:endParaRPr>
          </a:p>
        </p:txBody>
      </p:sp>
      <p:sp>
        <p:nvSpPr>
          <p:cNvPr id="21" name="Oval 20">
            <a:extLst>
              <a:ext uri="{FF2B5EF4-FFF2-40B4-BE49-F238E27FC236}">
                <a16:creationId xmlns:a16="http://schemas.microsoft.com/office/drawing/2014/main" id="{3F2B1D3B-0D4D-6EE6-C7A1-3A49B4D88E16}"/>
              </a:ext>
            </a:extLst>
          </p:cNvPr>
          <p:cNvSpPr/>
          <p:nvPr/>
        </p:nvSpPr>
        <p:spPr>
          <a:xfrm>
            <a:off x="3313220" y="3369789"/>
            <a:ext cx="292763" cy="247204"/>
          </a:xfrm>
          <a:prstGeom prst="ellipse">
            <a:avLst/>
          </a:prstGeom>
          <a:solidFill>
            <a:srgbClr val="0070C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spcAft>
                <a:spcPts val="600"/>
              </a:spcAft>
            </a:pPr>
            <a:r>
              <a:rPr lang="en-PH" sz="1400" dirty="0">
                <a:solidFill>
                  <a:schemeClr val="bg1"/>
                </a:solidFill>
              </a:rPr>
              <a:t>3</a:t>
            </a:r>
            <a:endParaRPr kumimoji="1" lang="en-US" sz="1600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849372851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1" name="タイトル 1">
            <a:extLst>
              <a:ext uri="{FF2B5EF4-FFF2-40B4-BE49-F238E27FC236}">
                <a16:creationId xmlns:a16="http://schemas.microsoft.com/office/drawing/2014/main" id="{95D8B9F3-ABA5-9349-951D-26A96B32BFB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92163" y="207922"/>
            <a:ext cx="7941934" cy="539750"/>
          </a:xfrm>
        </p:spPr>
        <p:txBody>
          <a:bodyPr/>
          <a:lstStyle/>
          <a:p>
            <a:pPr>
              <a:defRPr/>
            </a:pPr>
            <a:r>
              <a:rPr lang="en-PH" dirty="0"/>
              <a:t>12. KDT Admin will also create an Email with the necessary documents attached that will be sent to KHI HR/Admin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6249E902-CAFD-695D-901A-1DD032EB8D8F}"/>
              </a:ext>
            </a:extLst>
          </p:cNvPr>
          <p:cNvSpPr/>
          <p:nvPr/>
        </p:nvSpPr>
        <p:spPr>
          <a:xfrm>
            <a:off x="1939158" y="880898"/>
            <a:ext cx="5265683" cy="3381703"/>
          </a:xfrm>
          <a:prstGeom prst="rect">
            <a:avLst/>
          </a:prstGeom>
          <a:solidFill>
            <a:schemeClr val="bg1"/>
          </a:solidFill>
          <a:ln>
            <a:solidFill>
              <a:schemeClr val="accent5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spcAft>
                <a:spcPts val="600"/>
              </a:spcAft>
            </a:pPr>
            <a:r>
              <a:rPr kumimoji="1" lang="en-PH" sz="1600" b="0" dirty="0">
                <a:solidFill>
                  <a:schemeClr val="tx2"/>
                </a:solidFill>
              </a:rPr>
              <a:t>Email from KDT Admin (with Attachment </a:t>
            </a:r>
            <a:r>
              <a:rPr lang="en-PH" sz="1600" b="0" dirty="0">
                <a:solidFill>
                  <a:schemeClr val="tx2"/>
                </a:solidFill>
              </a:rPr>
              <a:t>of Employee’s Document) to KHI HR/Admin</a:t>
            </a:r>
            <a:endParaRPr kumimoji="1" lang="en-US" sz="1600" b="0" dirty="0">
              <a:solidFill>
                <a:schemeClr val="tx2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740853861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337" name="図 4">
            <a:extLst>
              <a:ext uri="{FF2B5EF4-FFF2-40B4-BE49-F238E27FC236}">
                <a16:creationId xmlns:a16="http://schemas.microsoft.com/office/drawing/2014/main" id="{FBD9A9C2-AD07-1D42-B745-8EC822CE9D4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l="189" t="6126" r="12526" b="6126"/>
          <a:stretch>
            <a:fillRect/>
          </a:stretch>
        </p:blipFill>
        <p:spPr bwMode="auto">
          <a:xfrm>
            <a:off x="0" y="-14288"/>
            <a:ext cx="9144000" cy="517207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4" name="図 1" descr="Kawasaki_GroupBrandMark_Plain.png">
            <a:extLst>
              <a:ext uri="{FF2B5EF4-FFF2-40B4-BE49-F238E27FC236}">
                <a16:creationId xmlns:a16="http://schemas.microsoft.com/office/drawing/2014/main" id="{99A91FCA-7CD9-964B-854F-EFE4BF9D3C15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2098675" y="1914525"/>
            <a:ext cx="4946650" cy="10509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KHI_C">
  <a:themeElements>
    <a:clrScheme name="ユーザー定義 36">
      <a:dk1>
        <a:srgbClr val="000000"/>
      </a:dk1>
      <a:lt1>
        <a:srgbClr val="FFFFFF"/>
      </a:lt1>
      <a:dk2>
        <a:srgbClr val="4C4948"/>
      </a:dk2>
      <a:lt2>
        <a:srgbClr val="E60012"/>
      </a:lt2>
      <a:accent1>
        <a:srgbClr val="AAA282"/>
      </a:accent1>
      <a:accent2>
        <a:srgbClr val="5CB5AA"/>
      </a:accent2>
      <a:accent3>
        <a:srgbClr val="215787"/>
      </a:accent3>
      <a:accent4>
        <a:srgbClr val="E67400"/>
      </a:accent4>
      <a:accent5>
        <a:srgbClr val="72A1C7"/>
      </a:accent5>
      <a:accent6>
        <a:srgbClr val="EFEFEF"/>
      </a:accent6>
      <a:hlink>
        <a:srgbClr val="C13932"/>
      </a:hlink>
      <a:folHlink>
        <a:srgbClr val="9C7399"/>
      </a:folHlink>
    </a:clrScheme>
    <a:fontScheme name="KHI_EN">
      <a:majorFont>
        <a:latin typeface="Verdana"/>
        <a:ea typeface=""/>
        <a:cs typeface=""/>
      </a:majorFont>
      <a:minorFont>
        <a:latin typeface="Verdana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chemeClr val="accent1"/>
        </a:solidFill>
        <a:ln>
          <a:noFill/>
        </a:ln>
      </a:spPr>
      <a:bodyPr rtlCol="0" anchor="ctr"/>
      <a:lstStyle>
        <a:defPPr algn="ctr">
          <a:spcAft>
            <a:spcPts val="600"/>
          </a:spcAft>
          <a:defRPr kumimoji="1" sz="1600" b="0" smtClean="0">
            <a:solidFill>
              <a:schemeClr val="tx2"/>
            </a:solidFill>
          </a:defRPr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txDef>
      <a:spPr>
        <a:noFill/>
      </a:spPr>
      <a:bodyPr wrap="none" rtlCol="0">
        <a:spAutoFit/>
      </a:bodyPr>
      <a:lstStyle>
        <a:defPPr>
          <a:defRPr kumimoji="1" sz="1600" b="0" dirty="0" err="1" smtClean="0">
            <a:solidFill>
              <a:schemeClr val="tx2"/>
            </a:solidFill>
            <a:latin typeface="+mn-lt"/>
            <a:ea typeface="+mn-ea"/>
          </a:defRPr>
        </a:defPPr>
      </a:lstStyle>
    </a:txDef>
  </a:objectDefaults>
  <a:extraClrSchemeLst/>
</a:theme>
</file>

<file path=ppt/theme/theme2.xml><?xml version="1.0" encoding="utf-8"?>
<a:theme xmlns:a="http://schemas.openxmlformats.org/drawingml/2006/main" name="ホワイト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3.xml><?xml version="1.0" encoding="utf-8"?>
<a:theme xmlns:a="http://schemas.openxmlformats.org/drawingml/2006/main" name="Office ​​テーマ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lcf76f155ced4ddcb4097134ff3c332f xmlns="559dc5e7-618f-444d-808a-61bb7cec6335">
      <Terms xmlns="http://schemas.microsoft.com/office/infopath/2007/PartnerControls"/>
    </lcf76f155ced4ddcb4097134ff3c332f>
    <TaxCatchAll xmlns="7934c994-c2cf-4d87-afb0-d00ece1f7f75" xsi:nil="true"/>
  </documentManagement>
</p:properti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BD67CB5AA1241349BDC6D34FD1EBBA49" ma:contentTypeVersion="10" ma:contentTypeDescription="Create a new document." ma:contentTypeScope="" ma:versionID="de0d051b04a53fea81b1cbbb4f4fdc57">
  <xsd:schema xmlns:xsd="http://www.w3.org/2001/XMLSchema" xmlns:xs="http://www.w3.org/2001/XMLSchema" xmlns:p="http://schemas.microsoft.com/office/2006/metadata/properties" xmlns:ns2="559dc5e7-618f-444d-808a-61bb7cec6335" xmlns:ns3="7934c994-c2cf-4d87-afb0-d00ece1f7f75" targetNamespace="http://schemas.microsoft.com/office/2006/metadata/properties" ma:root="true" ma:fieldsID="e62511388a85f325bccde7358edf48cf" ns2:_="" ns3:_="">
    <xsd:import namespace="559dc5e7-618f-444d-808a-61bb7cec6335"/>
    <xsd:import namespace="7934c994-c2cf-4d87-afb0-d00ece1f7f75"/>
    <xsd:element name="properties">
      <xsd:complexType>
        <xsd:sequence>
          <xsd:element name="documentManagement">
            <xsd:complexType>
              <xsd:all>
                <xsd:element ref="ns2:lcf76f155ced4ddcb4097134ff3c332f" minOccurs="0"/>
                <xsd:element ref="ns3:TaxCatchAll" minOccurs="0"/>
                <xsd:element ref="ns2:MediaServiceMetadata" minOccurs="0"/>
                <xsd:element ref="ns2:MediaServiceFastMetadata" minOccurs="0"/>
                <xsd:element ref="ns2:MediaServiceDateTaken" minOccurs="0"/>
                <xsd:element ref="ns2:MediaServiceOCR" minOccurs="0"/>
                <xsd:element ref="ns2:MediaServiceGenerationTime" minOccurs="0"/>
                <xsd:element ref="ns2:MediaServiceEventHashCode" minOccurs="0"/>
                <xsd:element ref="ns2:MediaServiceObjectDetectorVersion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559dc5e7-618f-444d-808a-61bb7cec6335" elementFormDefault="qualified">
    <xsd:import namespace="http://schemas.microsoft.com/office/2006/documentManagement/types"/>
    <xsd:import namespace="http://schemas.microsoft.com/office/infopath/2007/PartnerControls"/>
    <xsd:element name="lcf76f155ced4ddcb4097134ff3c332f" ma:index="9" nillable="true" ma:taxonomy="true" ma:internalName="lcf76f155ced4ddcb4097134ff3c332f" ma:taxonomyFieldName="MediaServiceImageTags" ma:displayName="Image Tags" ma:readOnly="false" ma:fieldId="{5cf76f15-5ced-4ddc-b409-7134ff3c332f}" ma:taxonomyMulti="true" ma:sspId="78296116-7562-436d-8967-84e4a62caed2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Metadata" ma:index="11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12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DateTaken" ma:index="13" nillable="true" ma:displayName="MediaServiceDateTaken" ma:description="" ma:hidden="true" ma:indexed="true" ma:internalName="MediaServiceDateTaken" ma:readOnly="true">
      <xsd:simpleType>
        <xsd:restriction base="dms:Text"/>
      </xsd:simpleType>
    </xsd:element>
    <xsd:element name="MediaServiceOCR" ma:index="14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5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6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ObjectDetectorVersions" ma:index="17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934c994-c2cf-4d87-afb0-d00ece1f7f75" elementFormDefault="qualified">
    <xsd:import namespace="http://schemas.microsoft.com/office/2006/documentManagement/types"/>
    <xsd:import namespace="http://schemas.microsoft.com/office/infopath/2007/PartnerControls"/>
    <xsd:element name="TaxCatchAll" ma:index="10" nillable="true" ma:displayName="Taxonomy Catch All Column" ma:hidden="true" ma:list="{7165a0b5-641e-4793-9571-396dcaf0f1b9}" ma:internalName="TaxCatchAll" ma:showField="CatchAllData" ma:web="7934c994-c2cf-4d87-afb0-d00ece1f7f75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7CD7E0DD-4006-48A3-9AD3-8A65F884B303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426A28AF-4F81-4069-9F51-EB3204EAF5C3}">
  <ds:schemaRefs>
    <ds:schemaRef ds:uri="http://schemas.microsoft.com/office/infopath/2007/PartnerControls"/>
    <ds:schemaRef ds:uri="http://schemas.microsoft.com/office/2006/documentManagement/types"/>
    <ds:schemaRef ds:uri="http://purl.org/dc/terms/"/>
    <ds:schemaRef ds:uri="http://schemas.openxmlformats.org/package/2006/metadata/core-properties"/>
    <ds:schemaRef ds:uri="http://purl.org/dc/dcmitype/"/>
    <ds:schemaRef ds:uri="http://purl.org/dc/elements/1.1/"/>
    <ds:schemaRef ds:uri="http://schemas.microsoft.com/office/2006/metadata/properties"/>
    <ds:schemaRef ds:uri="7934c994-c2cf-4d87-afb0-d00ece1f7f75"/>
    <ds:schemaRef ds:uri="559dc5e7-618f-444d-808a-61bb7cec6335"/>
    <ds:schemaRef ds:uri="http://www.w3.org/XML/1998/namespace"/>
  </ds:schemaRefs>
</ds:datastoreItem>
</file>

<file path=customXml/itemProps3.xml><?xml version="1.0" encoding="utf-8"?>
<ds:datastoreItem xmlns:ds="http://schemas.openxmlformats.org/officeDocument/2006/customXml" ds:itemID="{572B21AD-3CA8-48E3-99D4-B565A66585A6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559dc5e7-618f-444d-808a-61bb7cec6335"/>
    <ds:schemaRef ds:uri="7934c994-c2cf-4d87-afb0-d00ece1f7f75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4579</TotalTime>
  <Words>637</Words>
  <Application>Microsoft Office PowerPoint</Application>
  <PresentationFormat>On-screen Show (16:9)</PresentationFormat>
  <Paragraphs>111</Paragraphs>
  <Slides>17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17</vt:i4>
      </vt:variant>
    </vt:vector>
  </HeadingPairs>
  <TitlesOfParts>
    <vt:vector size="22" baseType="lpstr">
      <vt:lpstr>ＭＳ Ｐゴシック</vt:lpstr>
      <vt:lpstr>Arial</vt:lpstr>
      <vt:lpstr>Verdana</vt:lpstr>
      <vt:lpstr>Wingdings</vt:lpstr>
      <vt:lpstr>KHI_C</vt:lpstr>
      <vt:lpstr>Toraberu – Requesting a Dispatch Step by Step</vt:lpstr>
      <vt:lpstr>1. Login to the Toraberu Website using your Employee ID</vt:lpstr>
      <vt:lpstr>2. Click the Dispatch Request from the Dashboard</vt:lpstr>
      <vt:lpstr>3. Fill out the Employee Information and check for their Documents</vt:lpstr>
      <vt:lpstr>4. Fill out the remaining Information about the Dispatch</vt:lpstr>
      <vt:lpstr>5. Send a Dispatch Request after confirming Employee’s Work History</vt:lpstr>
      <vt:lpstr>6. Review your Inputs from the Preview of the Dispatch Form</vt:lpstr>
      <vt:lpstr>6.5. KHI can view Pending and Past Dispatch Requests in Request List</vt:lpstr>
      <vt:lpstr>6.5. KHI can view Pending and Past Dispatch Requests in Request List</vt:lpstr>
      <vt:lpstr>7. An Email will be sent to KDT President after Submitting a Dispatch Request</vt:lpstr>
      <vt:lpstr>8. KDT President gets redirected to the Request List to view the Dispatch Request</vt:lpstr>
      <vt:lpstr>9. KDT President can Accept/Reject the Dispatch Request from KHI</vt:lpstr>
      <vt:lpstr>9.5. KDT President can also click on the attachments and view them</vt:lpstr>
      <vt:lpstr>10. An Email will be sent to the Requester regarding their Dispatch Request after KDT President Clicked on Accept/Reject</vt:lpstr>
      <vt:lpstr>11. KDT Admin will be redirected to the Request List page and download the Documents for the Dispatch Request</vt:lpstr>
      <vt:lpstr>12. KDT Admin will also create an Email with the necessary documents attached that will be sent to KHI HR/Admin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プレゼンテーション</dc:title>
  <dc:subject/>
  <dc:creator>Kawasaki Heavy Industries, Ltd.</dc:creator>
  <cp:keywords/>
  <dc:description/>
  <cp:lastModifiedBy>Sean Patrick C. Cabiso</cp:lastModifiedBy>
  <cp:revision>478</cp:revision>
  <cp:lastPrinted>2013-05-14T09:54:16Z</cp:lastPrinted>
  <dcterms:created xsi:type="dcterms:W3CDTF">2010-04-05T07:36:26Z</dcterms:created>
  <dcterms:modified xsi:type="dcterms:W3CDTF">2024-08-20T23:24:24Z</dcterms:modified>
  <cp:category/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0x010100BD67CB5AA1241349BDC6D34FD1EBBA49</vt:lpwstr>
  </property>
</Properties>
</file>